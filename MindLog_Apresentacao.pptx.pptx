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libri (MS) Bold" charset="1" panose="020F0702030404030204"/>
      <p:regular r:id="rId19"/>
    </p:embeddedFont>
    <p:embeddedFont>
      <p:font typeface="TT Rounds Condensed Italics" charset="1" panose="02000506030000090003"/>
      <p:regular r:id="rId20"/>
    </p:embeddedFont>
    <p:embeddedFont>
      <p:font typeface="Calibri (MS) Italics" charset="1" panose="020F05020202040A0204"/>
      <p:regular r:id="rId21"/>
    </p:embeddedFont>
    <p:embeddedFont>
      <p:font typeface="Calibri (MS)" charset="1" panose="020F0502020204030204"/>
      <p:regular r:id="rId23"/>
    </p:embeddedFont>
    <p:embeddedFont>
      <p:font typeface="TT Rounds Condensed" charset="1" panose="02000506030000020003"/>
      <p:regular r:id="rId27"/>
    </p:embeddedFont>
    <p:embeddedFont>
      <p:font typeface="Arimo" charset="1" panose="020B060402020202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6.png" Type="http://schemas.openxmlformats.org/officeDocument/2006/relationships/image"/><Relationship Id="rId12" Target="../media/image19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Relationship Id="rId4" Target="../media/image12.png" Type="http://schemas.openxmlformats.org/officeDocument/2006/relationships/image"/><Relationship Id="rId5" Target="../media/image18.png" Type="http://schemas.openxmlformats.org/officeDocument/2006/relationships/image"/><Relationship Id="rId6" Target="../media/image6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Relationship Id="rId4" Target="../media/image1.png" Type="http://schemas.openxmlformats.org/officeDocument/2006/relationships/image"/><Relationship Id="rId5" Target="../media/image17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23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66925" y="-1655445"/>
            <a:ext cx="6191250" cy="6191250"/>
            <a:chOff x="0" y="0"/>
            <a:chExt cx="8255000" cy="8255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8229600" cy="8229600"/>
            </a:xfrm>
            <a:custGeom>
              <a:avLst/>
              <a:gdLst/>
              <a:ahLst/>
              <a:cxnLst/>
              <a:rect r="r" b="b" t="t" l="l"/>
              <a:pathLst>
                <a:path h="8229600" w="8229600">
                  <a:moveTo>
                    <a:pt x="0" y="4114800"/>
                  </a:moveTo>
                  <a:cubicBezTo>
                    <a:pt x="0" y="1842262"/>
                    <a:pt x="1842262" y="0"/>
                    <a:pt x="4114800" y="0"/>
                  </a:cubicBezTo>
                  <a:cubicBezTo>
                    <a:pt x="6387338" y="0"/>
                    <a:pt x="8229600" y="1842262"/>
                    <a:pt x="8229600" y="4114800"/>
                  </a:cubicBezTo>
                  <a:cubicBezTo>
                    <a:pt x="8229600" y="6387338"/>
                    <a:pt x="6387338" y="8229600"/>
                    <a:pt x="4114800" y="8229600"/>
                  </a:cubicBezTo>
                  <a:cubicBezTo>
                    <a:pt x="1842262" y="8229600"/>
                    <a:pt x="0" y="6387338"/>
                    <a:pt x="0" y="4114800"/>
                  </a:cubicBezTo>
                  <a:close/>
                </a:path>
              </a:pathLst>
            </a:custGeom>
            <a:solidFill>
              <a:srgbClr val="5B3FD9">
                <a:alpha val="24706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2550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8255000">
                  <a:moveTo>
                    <a:pt x="0" y="4127500"/>
                  </a:moveTo>
                  <a:cubicBezTo>
                    <a:pt x="0" y="1847977"/>
                    <a:pt x="1847977" y="0"/>
                    <a:pt x="4127500" y="0"/>
                  </a:cubicBezTo>
                  <a:lnTo>
                    <a:pt x="4127500" y="12700"/>
                  </a:lnTo>
                  <a:lnTo>
                    <a:pt x="4127500" y="0"/>
                  </a:lnTo>
                  <a:cubicBezTo>
                    <a:pt x="6407023" y="0"/>
                    <a:pt x="8255000" y="1847977"/>
                    <a:pt x="8255000" y="4127500"/>
                  </a:cubicBezTo>
                  <a:lnTo>
                    <a:pt x="8242300" y="4127500"/>
                  </a:lnTo>
                  <a:lnTo>
                    <a:pt x="8255000" y="4127500"/>
                  </a:lnTo>
                  <a:cubicBezTo>
                    <a:pt x="8255000" y="6407023"/>
                    <a:pt x="6407023" y="8255000"/>
                    <a:pt x="4127500" y="8255000"/>
                  </a:cubicBezTo>
                  <a:lnTo>
                    <a:pt x="4127500" y="8242300"/>
                  </a:lnTo>
                  <a:lnTo>
                    <a:pt x="4127500" y="8255000"/>
                  </a:lnTo>
                  <a:cubicBezTo>
                    <a:pt x="1847977" y="8255000"/>
                    <a:pt x="0" y="6407023"/>
                    <a:pt x="0" y="4127500"/>
                  </a:cubicBezTo>
                  <a:lnTo>
                    <a:pt x="12700" y="4127500"/>
                  </a:lnTo>
                  <a:lnTo>
                    <a:pt x="25400" y="4127500"/>
                  </a:lnTo>
                  <a:lnTo>
                    <a:pt x="12700" y="4127500"/>
                  </a:lnTo>
                  <a:lnTo>
                    <a:pt x="0" y="4127500"/>
                  </a:lnTo>
                  <a:moveTo>
                    <a:pt x="25400" y="4127500"/>
                  </a:moveTo>
                  <a:cubicBezTo>
                    <a:pt x="25400" y="4134485"/>
                    <a:pt x="19685" y="4140200"/>
                    <a:pt x="12700" y="4140200"/>
                  </a:cubicBezTo>
                  <a:cubicBezTo>
                    <a:pt x="5715" y="4140200"/>
                    <a:pt x="0" y="4134485"/>
                    <a:pt x="0" y="4127500"/>
                  </a:cubicBezTo>
                  <a:cubicBezTo>
                    <a:pt x="0" y="4120515"/>
                    <a:pt x="5715" y="4114800"/>
                    <a:pt x="12700" y="4114800"/>
                  </a:cubicBezTo>
                  <a:cubicBezTo>
                    <a:pt x="19685" y="4114800"/>
                    <a:pt x="25400" y="4120515"/>
                    <a:pt x="25400" y="4127500"/>
                  </a:cubicBezTo>
                  <a:cubicBezTo>
                    <a:pt x="25400" y="6393053"/>
                    <a:pt x="1861947" y="8229600"/>
                    <a:pt x="4127500" y="8229600"/>
                  </a:cubicBezTo>
                  <a:cubicBezTo>
                    <a:pt x="6393053" y="8229600"/>
                    <a:pt x="8229600" y="6393053"/>
                    <a:pt x="8229600" y="4127500"/>
                  </a:cubicBezTo>
                  <a:cubicBezTo>
                    <a:pt x="8229600" y="1861947"/>
                    <a:pt x="6393053" y="25400"/>
                    <a:pt x="4127500" y="25400"/>
                  </a:cubicBezTo>
                  <a:lnTo>
                    <a:pt x="4127500" y="12700"/>
                  </a:lnTo>
                  <a:lnTo>
                    <a:pt x="4127500" y="25400"/>
                  </a:lnTo>
                  <a:cubicBezTo>
                    <a:pt x="1861947" y="25400"/>
                    <a:pt x="25400" y="1861947"/>
                    <a:pt x="25400" y="4127500"/>
                  </a:cubicBezTo>
                  <a:close/>
                </a:path>
              </a:pathLst>
            </a:custGeom>
            <a:solidFill>
              <a:srgbClr val="5B3FD9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163218" y="6162675"/>
            <a:ext cx="6877050" cy="6877050"/>
            <a:chOff x="0" y="0"/>
            <a:chExt cx="9169400" cy="9169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8A75E8">
                <a:alpha val="8627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69400" cy="9169400"/>
            </a:xfrm>
            <a:custGeom>
              <a:avLst/>
              <a:gdLst/>
              <a:ahLst/>
              <a:cxnLst/>
              <a:rect r="r" b="b" t="t" l="l"/>
              <a:pathLst>
                <a:path h="9169400" w="9169400">
                  <a:moveTo>
                    <a:pt x="0" y="4584700"/>
                  </a:moveTo>
                  <a:cubicBezTo>
                    <a:pt x="0" y="2052701"/>
                    <a:pt x="2052701" y="0"/>
                    <a:pt x="4584700" y="0"/>
                  </a:cubicBezTo>
                  <a:lnTo>
                    <a:pt x="4584700" y="12700"/>
                  </a:lnTo>
                  <a:lnTo>
                    <a:pt x="4584700" y="0"/>
                  </a:lnTo>
                  <a:cubicBezTo>
                    <a:pt x="7116699" y="0"/>
                    <a:pt x="9169400" y="2052701"/>
                    <a:pt x="9169400" y="4584700"/>
                  </a:cubicBezTo>
                  <a:lnTo>
                    <a:pt x="9156700" y="4584700"/>
                  </a:lnTo>
                  <a:lnTo>
                    <a:pt x="9169400" y="4584700"/>
                  </a:lnTo>
                  <a:cubicBezTo>
                    <a:pt x="9169400" y="7116699"/>
                    <a:pt x="7116699" y="9169400"/>
                    <a:pt x="4584700" y="9169400"/>
                  </a:cubicBezTo>
                  <a:lnTo>
                    <a:pt x="4584700" y="9156700"/>
                  </a:lnTo>
                  <a:lnTo>
                    <a:pt x="4584700" y="9169400"/>
                  </a:lnTo>
                  <a:cubicBezTo>
                    <a:pt x="2052701" y="9169400"/>
                    <a:pt x="0" y="7116699"/>
                    <a:pt x="0" y="4584700"/>
                  </a:cubicBezTo>
                  <a:lnTo>
                    <a:pt x="12700" y="4584700"/>
                  </a:lnTo>
                  <a:lnTo>
                    <a:pt x="25400" y="4584700"/>
                  </a:lnTo>
                  <a:lnTo>
                    <a:pt x="12700" y="4584700"/>
                  </a:lnTo>
                  <a:lnTo>
                    <a:pt x="0" y="4584700"/>
                  </a:lnTo>
                  <a:moveTo>
                    <a:pt x="25400" y="4584700"/>
                  </a:moveTo>
                  <a:cubicBezTo>
                    <a:pt x="25400" y="4591685"/>
                    <a:pt x="19685" y="4597400"/>
                    <a:pt x="12700" y="4597400"/>
                  </a:cubicBezTo>
                  <a:cubicBezTo>
                    <a:pt x="5715" y="4597400"/>
                    <a:pt x="0" y="4591685"/>
                    <a:pt x="0" y="4584700"/>
                  </a:cubicBezTo>
                  <a:cubicBezTo>
                    <a:pt x="0" y="4577715"/>
                    <a:pt x="5715" y="4572000"/>
                    <a:pt x="12700" y="4572000"/>
                  </a:cubicBezTo>
                  <a:cubicBezTo>
                    <a:pt x="19685" y="4572000"/>
                    <a:pt x="25400" y="4577715"/>
                    <a:pt x="25400" y="4584700"/>
                  </a:cubicBezTo>
                  <a:cubicBezTo>
                    <a:pt x="25400" y="7102729"/>
                    <a:pt x="2066671" y="9144000"/>
                    <a:pt x="4584700" y="9144000"/>
                  </a:cubicBezTo>
                  <a:cubicBezTo>
                    <a:pt x="7102729" y="9144000"/>
                    <a:pt x="9144000" y="7102729"/>
                    <a:pt x="9144000" y="4584700"/>
                  </a:cubicBezTo>
                  <a:cubicBezTo>
                    <a:pt x="9144000" y="2066671"/>
                    <a:pt x="7102729" y="25400"/>
                    <a:pt x="4584700" y="25400"/>
                  </a:cubicBezTo>
                  <a:lnTo>
                    <a:pt x="4584700" y="12700"/>
                  </a:lnTo>
                  <a:lnTo>
                    <a:pt x="4584700" y="25400"/>
                  </a:lnTo>
                  <a:cubicBezTo>
                    <a:pt x="2066671" y="25400"/>
                    <a:pt x="25400" y="2066671"/>
                    <a:pt x="25400" y="4584700"/>
                  </a:cubicBezTo>
                  <a:close/>
                </a:path>
              </a:pathLst>
            </a:custGeom>
            <a:solidFill>
              <a:srgbClr val="8A75E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62999" y="676275"/>
            <a:ext cx="1664970" cy="1664970"/>
            <a:chOff x="0" y="0"/>
            <a:chExt cx="2219960" cy="2219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0" y="1270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1097280"/>
                  </a:moveTo>
                  <a:cubicBezTo>
                    <a:pt x="0" y="491236"/>
                    <a:pt x="491236" y="0"/>
                    <a:pt x="1097280" y="0"/>
                  </a:cubicBezTo>
                  <a:cubicBezTo>
                    <a:pt x="1703324" y="0"/>
                    <a:pt x="2194560" y="491236"/>
                    <a:pt x="2194560" y="1097280"/>
                  </a:cubicBezTo>
                  <a:cubicBezTo>
                    <a:pt x="2194560" y="1703324"/>
                    <a:pt x="1703324" y="2194560"/>
                    <a:pt x="1097280" y="2194560"/>
                  </a:cubicBezTo>
                  <a:cubicBezTo>
                    <a:pt x="491236" y="2194560"/>
                    <a:pt x="0" y="1703324"/>
                    <a:pt x="0" y="1097280"/>
                  </a:cubicBezTo>
                  <a:close/>
                </a:path>
              </a:pathLst>
            </a:custGeom>
            <a:solidFill>
              <a:srgbClr val="DDD4F7">
                <a:alpha val="15686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9960" cy="2219960"/>
            </a:xfrm>
            <a:custGeom>
              <a:avLst/>
              <a:gdLst/>
              <a:ahLst/>
              <a:cxnLst/>
              <a:rect r="r" b="b" t="t" l="l"/>
              <a:pathLst>
                <a:path h="2219960" w="2219960">
                  <a:moveTo>
                    <a:pt x="0" y="1109980"/>
                  </a:moveTo>
                  <a:cubicBezTo>
                    <a:pt x="0" y="496951"/>
                    <a:pt x="496951" y="0"/>
                    <a:pt x="1109980" y="0"/>
                  </a:cubicBezTo>
                  <a:lnTo>
                    <a:pt x="1109980" y="12700"/>
                  </a:lnTo>
                  <a:lnTo>
                    <a:pt x="1109980" y="0"/>
                  </a:lnTo>
                  <a:cubicBezTo>
                    <a:pt x="1723009" y="0"/>
                    <a:pt x="2219960" y="496951"/>
                    <a:pt x="2219960" y="1109980"/>
                  </a:cubicBezTo>
                  <a:lnTo>
                    <a:pt x="2207260" y="1109980"/>
                  </a:lnTo>
                  <a:lnTo>
                    <a:pt x="2219960" y="1109980"/>
                  </a:lnTo>
                  <a:cubicBezTo>
                    <a:pt x="2219960" y="1723009"/>
                    <a:pt x="1723009" y="2219960"/>
                    <a:pt x="1109980" y="2219960"/>
                  </a:cubicBezTo>
                  <a:lnTo>
                    <a:pt x="1109980" y="2207260"/>
                  </a:lnTo>
                  <a:lnTo>
                    <a:pt x="1109980" y="2219960"/>
                  </a:lnTo>
                  <a:cubicBezTo>
                    <a:pt x="496951" y="2219960"/>
                    <a:pt x="0" y="1723009"/>
                    <a:pt x="0" y="1109980"/>
                  </a:cubicBezTo>
                  <a:lnTo>
                    <a:pt x="12700" y="1109980"/>
                  </a:lnTo>
                  <a:lnTo>
                    <a:pt x="25400" y="1109980"/>
                  </a:lnTo>
                  <a:lnTo>
                    <a:pt x="12700" y="1109980"/>
                  </a:lnTo>
                  <a:lnTo>
                    <a:pt x="0" y="1109980"/>
                  </a:lnTo>
                  <a:moveTo>
                    <a:pt x="25400" y="1109980"/>
                  </a:moveTo>
                  <a:cubicBezTo>
                    <a:pt x="25400" y="1116965"/>
                    <a:pt x="19685" y="1122680"/>
                    <a:pt x="12700" y="1122680"/>
                  </a:cubicBezTo>
                  <a:cubicBezTo>
                    <a:pt x="5715" y="1122680"/>
                    <a:pt x="0" y="1116965"/>
                    <a:pt x="0" y="1109980"/>
                  </a:cubicBezTo>
                  <a:cubicBezTo>
                    <a:pt x="0" y="1102995"/>
                    <a:pt x="5715" y="1097280"/>
                    <a:pt x="12700" y="1097280"/>
                  </a:cubicBezTo>
                  <a:cubicBezTo>
                    <a:pt x="19685" y="1097280"/>
                    <a:pt x="25400" y="1102995"/>
                    <a:pt x="25400" y="1109980"/>
                  </a:cubicBezTo>
                  <a:cubicBezTo>
                    <a:pt x="25400" y="1709039"/>
                    <a:pt x="510921" y="2194560"/>
                    <a:pt x="1109980" y="2194560"/>
                  </a:cubicBezTo>
                  <a:cubicBezTo>
                    <a:pt x="1709039" y="2194560"/>
                    <a:pt x="2194560" y="1709039"/>
                    <a:pt x="2194560" y="1109980"/>
                  </a:cubicBezTo>
                  <a:cubicBezTo>
                    <a:pt x="2194560" y="510921"/>
                    <a:pt x="1709039" y="25400"/>
                    <a:pt x="1109980" y="25400"/>
                  </a:cubicBezTo>
                  <a:lnTo>
                    <a:pt x="1109980" y="12700"/>
                  </a:lnTo>
                  <a:lnTo>
                    <a:pt x="1109980" y="25400"/>
                  </a:lnTo>
                  <a:cubicBezTo>
                    <a:pt x="510921" y="25400"/>
                    <a:pt x="25400" y="510921"/>
                    <a:pt x="25400" y="1109980"/>
                  </a:cubicBezTo>
                  <a:close/>
                </a:path>
              </a:pathLst>
            </a:custGeom>
            <a:solidFill>
              <a:srgbClr val="DDD4F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457971" y="1920240"/>
            <a:ext cx="1371600" cy="1371600"/>
            <a:chOff x="0" y="0"/>
            <a:chExt cx="1828800" cy="182880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0" y="3429000"/>
            <a:ext cx="18287543" cy="2057400"/>
            <a:chOff x="0" y="0"/>
            <a:chExt cx="24383390" cy="274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83391" cy="2743200"/>
            </a:xfrm>
            <a:custGeom>
              <a:avLst/>
              <a:gdLst/>
              <a:ahLst/>
              <a:cxnLst/>
              <a:rect r="r" b="b" t="t" l="l"/>
              <a:pathLst>
                <a:path h="2743200" w="24383391">
                  <a:moveTo>
                    <a:pt x="0" y="0"/>
                  </a:moveTo>
                  <a:lnTo>
                    <a:pt x="24383391" y="0"/>
                  </a:lnTo>
                  <a:lnTo>
                    <a:pt x="24383391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3196" r="0" b="-12319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52425"/>
              <a:ext cx="24383390" cy="3095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0"/>
                </a:lnSpc>
              </a:pPr>
              <a:r>
                <a:rPr lang="en-US" sz="16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MindLog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0" y="5623560"/>
            <a:ext cx="18287543" cy="822960"/>
            <a:chOff x="0" y="0"/>
            <a:chExt cx="24383390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383391" cy="1097280"/>
            </a:xfrm>
            <a:custGeom>
              <a:avLst/>
              <a:gdLst/>
              <a:ahLst/>
              <a:cxnLst/>
              <a:rect r="r" b="b" t="t" l="l"/>
              <a:pathLst>
                <a:path h="1097280" w="24383391">
                  <a:moveTo>
                    <a:pt x="0" y="0"/>
                  </a:moveTo>
                  <a:lnTo>
                    <a:pt x="24383391" y="0"/>
                  </a:lnTo>
                  <a:lnTo>
                    <a:pt x="2438339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2990" r="0" b="-38299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438339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i="true" spc="-23">
                  <a:solidFill>
                    <a:srgbClr val="DDD4F7"/>
                  </a:solidFill>
                  <a:latin typeface="TT Rounds Condensed Italics"/>
                  <a:ea typeface="TT Rounds Condensed Italics"/>
                  <a:cs typeface="TT Rounds Condensed Italics"/>
                  <a:sym typeface="TT Rounds Condensed Italics"/>
                </a:rPr>
                <a:t>Curando mentes com IA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962525" y="7397115"/>
            <a:ext cx="3310890" cy="1047750"/>
            <a:chOff x="0" y="0"/>
            <a:chExt cx="4414520" cy="1397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2700" y="12700"/>
              <a:ext cx="43891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389120">
                  <a:moveTo>
                    <a:pt x="0" y="676656"/>
                  </a:moveTo>
                  <a:cubicBezTo>
                    <a:pt x="0" y="302895"/>
                    <a:pt x="306832" y="0"/>
                    <a:pt x="685165" y="0"/>
                  </a:cubicBezTo>
                  <a:lnTo>
                    <a:pt x="3703955" y="0"/>
                  </a:lnTo>
                  <a:cubicBezTo>
                    <a:pt x="4082415" y="0"/>
                    <a:pt x="4389120" y="302895"/>
                    <a:pt x="4389120" y="676656"/>
                  </a:cubicBezTo>
                  <a:lnTo>
                    <a:pt x="4389120" y="694944"/>
                  </a:lnTo>
                  <a:cubicBezTo>
                    <a:pt x="4389120" y="1068705"/>
                    <a:pt x="4082288" y="1371600"/>
                    <a:pt x="3703955" y="1371600"/>
                  </a:cubicBezTo>
                  <a:lnTo>
                    <a:pt x="685165" y="1371600"/>
                  </a:lnTo>
                  <a:cubicBezTo>
                    <a:pt x="306832" y="1371600"/>
                    <a:pt x="0" y="1068705"/>
                    <a:pt x="0" y="6949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41452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414520">
                  <a:moveTo>
                    <a:pt x="0" y="689356"/>
                  </a:moveTo>
                  <a:cubicBezTo>
                    <a:pt x="0" y="308483"/>
                    <a:pt x="312674" y="0"/>
                    <a:pt x="697865" y="0"/>
                  </a:cubicBezTo>
                  <a:lnTo>
                    <a:pt x="3716655" y="0"/>
                  </a:lnTo>
                  <a:lnTo>
                    <a:pt x="3716655" y="12700"/>
                  </a:lnTo>
                  <a:lnTo>
                    <a:pt x="3716655" y="0"/>
                  </a:lnTo>
                  <a:cubicBezTo>
                    <a:pt x="4101973" y="0"/>
                    <a:pt x="4414520" y="308483"/>
                    <a:pt x="4414520" y="689356"/>
                  </a:cubicBezTo>
                  <a:lnTo>
                    <a:pt x="4401820" y="689356"/>
                  </a:lnTo>
                  <a:lnTo>
                    <a:pt x="4414520" y="689356"/>
                  </a:lnTo>
                  <a:lnTo>
                    <a:pt x="4414520" y="707644"/>
                  </a:lnTo>
                  <a:lnTo>
                    <a:pt x="4401820" y="707644"/>
                  </a:lnTo>
                  <a:lnTo>
                    <a:pt x="4414520" y="707644"/>
                  </a:lnTo>
                  <a:cubicBezTo>
                    <a:pt x="4414520" y="1088517"/>
                    <a:pt x="4101846" y="1397000"/>
                    <a:pt x="3716655" y="1397000"/>
                  </a:cubicBezTo>
                  <a:lnTo>
                    <a:pt x="3716655" y="1384300"/>
                  </a:lnTo>
                  <a:lnTo>
                    <a:pt x="3716655" y="1397000"/>
                  </a:lnTo>
                  <a:lnTo>
                    <a:pt x="697865" y="1397000"/>
                  </a:lnTo>
                  <a:lnTo>
                    <a:pt x="697865" y="1384300"/>
                  </a:lnTo>
                  <a:lnTo>
                    <a:pt x="697865" y="1397000"/>
                  </a:lnTo>
                  <a:cubicBezTo>
                    <a:pt x="312674" y="1397000"/>
                    <a:pt x="0" y="1088517"/>
                    <a:pt x="0" y="707644"/>
                  </a:cubicBezTo>
                  <a:lnTo>
                    <a:pt x="0" y="689356"/>
                  </a:lnTo>
                  <a:lnTo>
                    <a:pt x="12700" y="689356"/>
                  </a:lnTo>
                  <a:lnTo>
                    <a:pt x="0" y="689356"/>
                  </a:lnTo>
                  <a:moveTo>
                    <a:pt x="25400" y="689356"/>
                  </a:moveTo>
                  <a:lnTo>
                    <a:pt x="25400" y="707644"/>
                  </a:lnTo>
                  <a:lnTo>
                    <a:pt x="12700" y="707644"/>
                  </a:lnTo>
                  <a:lnTo>
                    <a:pt x="25400" y="707644"/>
                  </a:lnTo>
                  <a:cubicBezTo>
                    <a:pt x="25400" y="1074166"/>
                    <a:pt x="326390" y="1371600"/>
                    <a:pt x="697865" y="1371600"/>
                  </a:cubicBezTo>
                  <a:lnTo>
                    <a:pt x="3716655" y="1371600"/>
                  </a:lnTo>
                  <a:cubicBezTo>
                    <a:pt x="4088257" y="1371600"/>
                    <a:pt x="4389120" y="1074166"/>
                    <a:pt x="4389120" y="707644"/>
                  </a:cubicBezTo>
                  <a:lnTo>
                    <a:pt x="4389120" y="689356"/>
                  </a:lnTo>
                  <a:cubicBezTo>
                    <a:pt x="4389120" y="322834"/>
                    <a:pt x="4088130" y="25400"/>
                    <a:pt x="3716655" y="25400"/>
                  </a:cubicBezTo>
                  <a:lnTo>
                    <a:pt x="697865" y="25400"/>
                  </a:lnTo>
                  <a:lnTo>
                    <a:pt x="697865" y="12700"/>
                  </a:lnTo>
                  <a:lnTo>
                    <a:pt x="697865" y="25400"/>
                  </a:lnTo>
                  <a:cubicBezTo>
                    <a:pt x="326390" y="25400"/>
                    <a:pt x="25400" y="322834"/>
                    <a:pt x="25400" y="6893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962525" y="7406640"/>
            <a:ext cx="3291840" cy="1028700"/>
            <a:chOff x="0" y="0"/>
            <a:chExt cx="4389120" cy="1371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891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4389120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5B3F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Cadastre-se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663940" y="7420928"/>
            <a:ext cx="960120" cy="1028700"/>
            <a:chOff x="0" y="0"/>
            <a:chExt cx="1280160" cy="1371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801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7468" t="0" r="-87468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280160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i="true">
                  <a:solidFill>
                    <a:srgbClr val="DDD4F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ou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998393" y="7392353"/>
            <a:ext cx="3320415" cy="1057275"/>
            <a:chOff x="0" y="0"/>
            <a:chExt cx="4427220" cy="14097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9050" y="19050"/>
              <a:ext cx="43891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389120">
                  <a:moveTo>
                    <a:pt x="0" y="676656"/>
                  </a:moveTo>
                  <a:cubicBezTo>
                    <a:pt x="0" y="302895"/>
                    <a:pt x="308737" y="0"/>
                    <a:pt x="689483" y="0"/>
                  </a:cubicBezTo>
                  <a:lnTo>
                    <a:pt x="3699637" y="0"/>
                  </a:lnTo>
                  <a:cubicBezTo>
                    <a:pt x="4080383" y="0"/>
                    <a:pt x="4389120" y="302895"/>
                    <a:pt x="4389120" y="676656"/>
                  </a:cubicBezTo>
                  <a:lnTo>
                    <a:pt x="4389120" y="694944"/>
                  </a:lnTo>
                  <a:cubicBezTo>
                    <a:pt x="4389120" y="1068705"/>
                    <a:pt x="4080383" y="1371600"/>
                    <a:pt x="3699637" y="1371600"/>
                  </a:cubicBezTo>
                  <a:lnTo>
                    <a:pt x="689483" y="1371600"/>
                  </a:lnTo>
                  <a:cubicBezTo>
                    <a:pt x="308737" y="1371600"/>
                    <a:pt x="0" y="1068705"/>
                    <a:pt x="0" y="694944"/>
                  </a:cubicBezTo>
                  <a:close/>
                </a:path>
              </a:pathLst>
            </a:custGeom>
            <a:solidFill>
              <a:srgbClr val="3B238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427220" cy="1409700"/>
            </a:xfrm>
            <a:custGeom>
              <a:avLst/>
              <a:gdLst/>
              <a:ahLst/>
              <a:cxnLst/>
              <a:rect r="r" b="b" t="t" l="l"/>
              <a:pathLst>
                <a:path h="1409700" w="4427220">
                  <a:moveTo>
                    <a:pt x="0" y="695706"/>
                  </a:moveTo>
                  <a:cubicBezTo>
                    <a:pt x="0" y="311150"/>
                    <a:pt x="317500" y="0"/>
                    <a:pt x="708533" y="0"/>
                  </a:cubicBezTo>
                  <a:lnTo>
                    <a:pt x="3718687" y="0"/>
                  </a:lnTo>
                  <a:lnTo>
                    <a:pt x="3718687" y="19050"/>
                  </a:lnTo>
                  <a:lnTo>
                    <a:pt x="3718687" y="0"/>
                  </a:lnTo>
                  <a:lnTo>
                    <a:pt x="3718687" y="19050"/>
                  </a:lnTo>
                  <a:lnTo>
                    <a:pt x="3718687" y="0"/>
                  </a:lnTo>
                  <a:cubicBezTo>
                    <a:pt x="4109720" y="0"/>
                    <a:pt x="4427220" y="311150"/>
                    <a:pt x="4427220" y="695706"/>
                  </a:cubicBezTo>
                  <a:lnTo>
                    <a:pt x="4408170" y="695706"/>
                  </a:lnTo>
                  <a:lnTo>
                    <a:pt x="4427220" y="695706"/>
                  </a:lnTo>
                  <a:lnTo>
                    <a:pt x="4427220" y="713994"/>
                  </a:lnTo>
                  <a:lnTo>
                    <a:pt x="4408170" y="713994"/>
                  </a:lnTo>
                  <a:lnTo>
                    <a:pt x="4427220" y="713994"/>
                  </a:lnTo>
                  <a:cubicBezTo>
                    <a:pt x="4427220" y="1098550"/>
                    <a:pt x="4109720" y="1409700"/>
                    <a:pt x="3718687" y="1409700"/>
                  </a:cubicBezTo>
                  <a:lnTo>
                    <a:pt x="3718687" y="1390650"/>
                  </a:lnTo>
                  <a:lnTo>
                    <a:pt x="3718687" y="1409700"/>
                  </a:lnTo>
                  <a:lnTo>
                    <a:pt x="708533" y="1409700"/>
                  </a:lnTo>
                  <a:lnTo>
                    <a:pt x="708533" y="1390650"/>
                  </a:lnTo>
                  <a:lnTo>
                    <a:pt x="708533" y="1409700"/>
                  </a:lnTo>
                  <a:cubicBezTo>
                    <a:pt x="317500" y="1409700"/>
                    <a:pt x="0" y="1098550"/>
                    <a:pt x="0" y="713994"/>
                  </a:cubicBezTo>
                  <a:lnTo>
                    <a:pt x="0" y="695706"/>
                  </a:lnTo>
                  <a:lnTo>
                    <a:pt x="19050" y="695706"/>
                  </a:lnTo>
                  <a:lnTo>
                    <a:pt x="0" y="695706"/>
                  </a:lnTo>
                  <a:moveTo>
                    <a:pt x="38100" y="695706"/>
                  </a:moveTo>
                  <a:lnTo>
                    <a:pt x="38100" y="713994"/>
                  </a:lnTo>
                  <a:lnTo>
                    <a:pt x="19050" y="713994"/>
                  </a:lnTo>
                  <a:lnTo>
                    <a:pt x="38100" y="713994"/>
                  </a:lnTo>
                  <a:cubicBezTo>
                    <a:pt x="38100" y="1076833"/>
                    <a:pt x="337947" y="1371600"/>
                    <a:pt x="708533" y="1371600"/>
                  </a:cubicBezTo>
                  <a:lnTo>
                    <a:pt x="3718687" y="1371600"/>
                  </a:lnTo>
                  <a:cubicBezTo>
                    <a:pt x="4089273" y="1371600"/>
                    <a:pt x="4389120" y="1076833"/>
                    <a:pt x="4389120" y="713994"/>
                  </a:cubicBezTo>
                  <a:lnTo>
                    <a:pt x="4389120" y="695706"/>
                  </a:lnTo>
                  <a:cubicBezTo>
                    <a:pt x="4389120" y="332867"/>
                    <a:pt x="4089273" y="38100"/>
                    <a:pt x="3718687" y="38100"/>
                  </a:cubicBezTo>
                  <a:lnTo>
                    <a:pt x="708533" y="38100"/>
                  </a:lnTo>
                  <a:lnTo>
                    <a:pt x="708533" y="19050"/>
                  </a:lnTo>
                  <a:lnTo>
                    <a:pt x="708533" y="38100"/>
                  </a:lnTo>
                  <a:cubicBezTo>
                    <a:pt x="337947" y="38100"/>
                    <a:pt x="38100" y="332867"/>
                    <a:pt x="38100" y="69570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12680" y="7406640"/>
            <a:ext cx="3291840" cy="1028700"/>
            <a:chOff x="0" y="0"/>
            <a:chExt cx="4389120" cy="1371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3891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4389120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Faça login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52725" y="5476875"/>
            <a:ext cx="5505450" cy="5505450"/>
            <a:chOff x="0" y="0"/>
            <a:chExt cx="7340600" cy="7340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DDD4F7">
                <a:alpha val="24706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340600" cy="7340600"/>
            </a:xfrm>
            <a:custGeom>
              <a:avLst/>
              <a:gdLst/>
              <a:ahLst/>
              <a:cxnLst/>
              <a:rect r="r" b="b" t="t" l="l"/>
              <a:pathLst>
                <a:path h="7340600" w="7340600">
                  <a:moveTo>
                    <a:pt x="0" y="3670300"/>
                  </a:moveTo>
                  <a:cubicBezTo>
                    <a:pt x="0" y="1643253"/>
                    <a:pt x="1643253" y="0"/>
                    <a:pt x="3670300" y="0"/>
                  </a:cubicBezTo>
                  <a:lnTo>
                    <a:pt x="3670300" y="12700"/>
                  </a:lnTo>
                  <a:lnTo>
                    <a:pt x="3670300" y="0"/>
                  </a:lnTo>
                  <a:cubicBezTo>
                    <a:pt x="5697347" y="0"/>
                    <a:pt x="7340600" y="1643253"/>
                    <a:pt x="7340600" y="3670300"/>
                  </a:cubicBezTo>
                  <a:cubicBezTo>
                    <a:pt x="7340600" y="5697347"/>
                    <a:pt x="5697347" y="7340600"/>
                    <a:pt x="3670300" y="7340600"/>
                  </a:cubicBezTo>
                  <a:lnTo>
                    <a:pt x="3670300" y="7327900"/>
                  </a:lnTo>
                  <a:lnTo>
                    <a:pt x="3670300" y="7340600"/>
                  </a:lnTo>
                  <a:cubicBezTo>
                    <a:pt x="1643253" y="7340600"/>
                    <a:pt x="0" y="5697347"/>
                    <a:pt x="0" y="3670300"/>
                  </a:cubicBezTo>
                  <a:lnTo>
                    <a:pt x="12700" y="3670300"/>
                  </a:lnTo>
                  <a:lnTo>
                    <a:pt x="23368" y="3677158"/>
                  </a:lnTo>
                  <a:cubicBezTo>
                    <a:pt x="20320" y="3681857"/>
                    <a:pt x="14478" y="3684016"/>
                    <a:pt x="9144" y="3682492"/>
                  </a:cubicBezTo>
                  <a:cubicBezTo>
                    <a:pt x="3810" y="3680968"/>
                    <a:pt x="0" y="3675888"/>
                    <a:pt x="0" y="3670300"/>
                  </a:cubicBezTo>
                  <a:moveTo>
                    <a:pt x="25400" y="3670300"/>
                  </a:moveTo>
                  <a:lnTo>
                    <a:pt x="12700" y="3670300"/>
                  </a:lnTo>
                  <a:lnTo>
                    <a:pt x="2032" y="3663442"/>
                  </a:lnTo>
                  <a:cubicBezTo>
                    <a:pt x="5080" y="3658743"/>
                    <a:pt x="10922" y="3656584"/>
                    <a:pt x="16256" y="3658108"/>
                  </a:cubicBezTo>
                  <a:cubicBezTo>
                    <a:pt x="21590" y="3659632"/>
                    <a:pt x="25400" y="3664712"/>
                    <a:pt x="25400" y="3670300"/>
                  </a:cubicBezTo>
                  <a:cubicBezTo>
                    <a:pt x="25400" y="5683377"/>
                    <a:pt x="1657223" y="7315200"/>
                    <a:pt x="3670300" y="7315200"/>
                  </a:cubicBezTo>
                  <a:cubicBezTo>
                    <a:pt x="5683377" y="7315200"/>
                    <a:pt x="7315200" y="5683377"/>
                    <a:pt x="7315200" y="3670300"/>
                  </a:cubicBezTo>
                  <a:lnTo>
                    <a:pt x="7327900" y="3670300"/>
                  </a:lnTo>
                  <a:lnTo>
                    <a:pt x="7315200" y="3670300"/>
                  </a:lnTo>
                  <a:cubicBezTo>
                    <a:pt x="7315200" y="1657223"/>
                    <a:pt x="5683377" y="25400"/>
                    <a:pt x="3670300" y="25400"/>
                  </a:cubicBezTo>
                  <a:lnTo>
                    <a:pt x="3670300" y="12700"/>
                  </a:lnTo>
                  <a:lnTo>
                    <a:pt x="3670300" y="25400"/>
                  </a:lnTo>
                  <a:cubicBezTo>
                    <a:pt x="1657223" y="25400"/>
                    <a:pt x="25400" y="1657223"/>
                    <a:pt x="25400" y="3670300"/>
                  </a:cubicBezTo>
                  <a:close/>
                </a:path>
              </a:pathLst>
            </a:custGeom>
            <a:solidFill>
              <a:srgbClr val="DDD4F7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60120" y="960120"/>
            <a:ext cx="9601200" cy="1234440"/>
            <a:chOff x="0" y="0"/>
            <a:chExt cx="1280160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016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42875"/>
              <a:ext cx="12801600" cy="1788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3B23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Sobre o MindLog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468880"/>
            <a:ext cx="8915400" cy="5486400"/>
            <a:chOff x="0" y="0"/>
            <a:chExt cx="11887200" cy="7315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887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7315200"/>
                  </a:lnTo>
                  <a:lnTo>
                    <a:pt x="0" y="731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956" t="0" r="-28956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887200" cy="7372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5B3F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Mais do que uma plataforma de bem-estar!</a:t>
              </a:r>
            </a:p>
            <a:p>
              <a:pPr algn="l">
                <a:lnSpc>
                  <a:spcPts val="1080"/>
                </a:lnSpc>
              </a:pPr>
              <a:r>
                <a:rPr lang="en-US" sz="900">
                  <a:solidFill>
                    <a:srgbClr val="3F2E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3F2E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Aqui você escreve no seu diário, acompanha seu humor dia após dia, e quando precisar de alguém para ouvir sem julgamentos, nossa psicóloga IA está disponível a qualquer hora.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688955" y="1362075"/>
            <a:ext cx="6602730" cy="2007870"/>
            <a:chOff x="0" y="0"/>
            <a:chExt cx="8803640" cy="26771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2700" y="12700"/>
              <a:ext cx="8778240" cy="2651760"/>
            </a:xfrm>
            <a:custGeom>
              <a:avLst/>
              <a:gdLst/>
              <a:ahLst/>
              <a:cxnLst/>
              <a:rect r="r" b="b" t="t" l="l"/>
              <a:pathLst>
                <a:path h="2651760" w="8778240">
                  <a:moveTo>
                    <a:pt x="0" y="219456"/>
                  </a:moveTo>
                  <a:cubicBezTo>
                    <a:pt x="0" y="98298"/>
                    <a:pt x="98933" y="0"/>
                    <a:pt x="220980" y="0"/>
                  </a:cubicBezTo>
                  <a:lnTo>
                    <a:pt x="8557260" y="0"/>
                  </a:lnTo>
                  <a:cubicBezTo>
                    <a:pt x="8679307" y="0"/>
                    <a:pt x="8778240" y="98298"/>
                    <a:pt x="8778240" y="219456"/>
                  </a:cubicBezTo>
                  <a:lnTo>
                    <a:pt x="8778240" y="2432304"/>
                  </a:lnTo>
                  <a:cubicBezTo>
                    <a:pt x="8778240" y="2553462"/>
                    <a:pt x="8679307" y="2651760"/>
                    <a:pt x="8557260" y="2651760"/>
                  </a:cubicBezTo>
                  <a:lnTo>
                    <a:pt x="220980" y="2651760"/>
                  </a:lnTo>
                  <a:cubicBezTo>
                    <a:pt x="98933" y="2651760"/>
                    <a:pt x="0" y="2553462"/>
                    <a:pt x="0" y="24323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803640" cy="2677160"/>
            </a:xfrm>
            <a:custGeom>
              <a:avLst/>
              <a:gdLst/>
              <a:ahLst/>
              <a:cxnLst/>
              <a:rect r="r" b="b" t="t" l="l"/>
              <a:pathLst>
                <a:path h="2677160" w="8803640">
                  <a:moveTo>
                    <a:pt x="0" y="232156"/>
                  </a:moveTo>
                  <a:cubicBezTo>
                    <a:pt x="0" y="103886"/>
                    <a:pt x="104648" y="0"/>
                    <a:pt x="233680" y="0"/>
                  </a:cubicBezTo>
                  <a:lnTo>
                    <a:pt x="8569960" y="0"/>
                  </a:lnTo>
                  <a:lnTo>
                    <a:pt x="8569960" y="12700"/>
                  </a:lnTo>
                  <a:lnTo>
                    <a:pt x="8569960" y="0"/>
                  </a:lnTo>
                  <a:cubicBezTo>
                    <a:pt x="8698865" y="0"/>
                    <a:pt x="8803640" y="103886"/>
                    <a:pt x="8803640" y="232156"/>
                  </a:cubicBezTo>
                  <a:lnTo>
                    <a:pt x="8790940" y="232156"/>
                  </a:lnTo>
                  <a:lnTo>
                    <a:pt x="8803640" y="232156"/>
                  </a:lnTo>
                  <a:lnTo>
                    <a:pt x="8803640" y="2445004"/>
                  </a:lnTo>
                  <a:lnTo>
                    <a:pt x="8790940" y="2445004"/>
                  </a:lnTo>
                  <a:lnTo>
                    <a:pt x="8803640" y="2445004"/>
                  </a:lnTo>
                  <a:cubicBezTo>
                    <a:pt x="8803640" y="2573274"/>
                    <a:pt x="8698992" y="2677160"/>
                    <a:pt x="8569960" y="2677160"/>
                  </a:cubicBezTo>
                  <a:lnTo>
                    <a:pt x="8569960" y="2664460"/>
                  </a:lnTo>
                  <a:lnTo>
                    <a:pt x="8569960" y="2677160"/>
                  </a:lnTo>
                  <a:lnTo>
                    <a:pt x="233680" y="2677160"/>
                  </a:lnTo>
                  <a:lnTo>
                    <a:pt x="233680" y="2664460"/>
                  </a:lnTo>
                  <a:lnTo>
                    <a:pt x="233680" y="2677160"/>
                  </a:lnTo>
                  <a:cubicBezTo>
                    <a:pt x="104648" y="2677160"/>
                    <a:pt x="0" y="2573274"/>
                    <a:pt x="0" y="2445004"/>
                  </a:cubicBezTo>
                  <a:lnTo>
                    <a:pt x="0" y="232156"/>
                  </a:lnTo>
                  <a:lnTo>
                    <a:pt x="12700" y="232156"/>
                  </a:lnTo>
                  <a:lnTo>
                    <a:pt x="0" y="232156"/>
                  </a:lnTo>
                  <a:moveTo>
                    <a:pt x="25400" y="232156"/>
                  </a:moveTo>
                  <a:lnTo>
                    <a:pt x="25400" y="2445004"/>
                  </a:lnTo>
                  <a:lnTo>
                    <a:pt x="12700" y="2445004"/>
                  </a:lnTo>
                  <a:lnTo>
                    <a:pt x="25400" y="2445004"/>
                  </a:lnTo>
                  <a:cubicBezTo>
                    <a:pt x="25400" y="2559177"/>
                    <a:pt x="118491" y="2651760"/>
                    <a:pt x="233680" y="2651760"/>
                  </a:cubicBezTo>
                  <a:lnTo>
                    <a:pt x="8569960" y="2651760"/>
                  </a:lnTo>
                  <a:cubicBezTo>
                    <a:pt x="8685022" y="2651760"/>
                    <a:pt x="8778240" y="2559050"/>
                    <a:pt x="8778240" y="2445004"/>
                  </a:cubicBezTo>
                  <a:lnTo>
                    <a:pt x="8778240" y="232156"/>
                  </a:lnTo>
                  <a:cubicBezTo>
                    <a:pt x="8778240" y="118110"/>
                    <a:pt x="8685149" y="25400"/>
                    <a:pt x="8569960" y="25400"/>
                  </a:cubicBezTo>
                  <a:lnTo>
                    <a:pt x="233680" y="25400"/>
                  </a:lnTo>
                  <a:lnTo>
                    <a:pt x="233680" y="12700"/>
                  </a:lnTo>
                  <a:lnTo>
                    <a:pt x="233680" y="25400"/>
                  </a:lnTo>
                  <a:cubicBezTo>
                    <a:pt x="118491" y="25400"/>
                    <a:pt x="25400" y="118110"/>
                    <a:pt x="25400" y="232156"/>
                  </a:cubicBezTo>
                  <a:close/>
                </a:path>
              </a:pathLst>
            </a:custGeom>
            <a:solidFill>
              <a:srgbClr val="E4DDF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100435" y="1842135"/>
            <a:ext cx="1047750" cy="1047750"/>
            <a:chOff x="0" y="0"/>
            <a:chExt cx="1397000" cy="1397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EFEAFB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9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97000">
                  <a:moveTo>
                    <a:pt x="0" y="698500"/>
                  </a:moveTo>
                  <a:cubicBezTo>
                    <a:pt x="0" y="312674"/>
                    <a:pt x="312674" y="0"/>
                    <a:pt x="698500" y="0"/>
                  </a:cubicBezTo>
                  <a:lnTo>
                    <a:pt x="698500" y="12700"/>
                  </a:lnTo>
                  <a:lnTo>
                    <a:pt x="698500" y="0"/>
                  </a:lnTo>
                  <a:cubicBezTo>
                    <a:pt x="1084326" y="0"/>
                    <a:pt x="1397000" y="312674"/>
                    <a:pt x="1397000" y="698500"/>
                  </a:cubicBezTo>
                  <a:lnTo>
                    <a:pt x="1384300" y="698500"/>
                  </a:lnTo>
                  <a:lnTo>
                    <a:pt x="1397000" y="698500"/>
                  </a:lnTo>
                  <a:cubicBezTo>
                    <a:pt x="1397000" y="1084326"/>
                    <a:pt x="1084326" y="1397000"/>
                    <a:pt x="698500" y="1397000"/>
                  </a:cubicBezTo>
                  <a:lnTo>
                    <a:pt x="698500" y="1384300"/>
                  </a:lnTo>
                  <a:lnTo>
                    <a:pt x="698500" y="1397000"/>
                  </a:lnTo>
                  <a:cubicBezTo>
                    <a:pt x="312674" y="1397000"/>
                    <a:pt x="0" y="1084326"/>
                    <a:pt x="0" y="698500"/>
                  </a:cubicBezTo>
                  <a:lnTo>
                    <a:pt x="12700" y="698500"/>
                  </a:lnTo>
                  <a:lnTo>
                    <a:pt x="25400" y="698500"/>
                  </a:lnTo>
                  <a:lnTo>
                    <a:pt x="12700" y="698500"/>
                  </a:lnTo>
                  <a:lnTo>
                    <a:pt x="0" y="698500"/>
                  </a:lnTo>
                  <a:moveTo>
                    <a:pt x="25400" y="698500"/>
                  </a:moveTo>
                  <a:cubicBezTo>
                    <a:pt x="25400" y="705485"/>
                    <a:pt x="19685" y="711200"/>
                    <a:pt x="12700" y="711200"/>
                  </a:cubicBezTo>
                  <a:cubicBezTo>
                    <a:pt x="5715" y="711200"/>
                    <a:pt x="0" y="705485"/>
                    <a:pt x="0" y="698500"/>
                  </a:cubicBezTo>
                  <a:cubicBezTo>
                    <a:pt x="0" y="691515"/>
                    <a:pt x="5715" y="685800"/>
                    <a:pt x="12700" y="685800"/>
                  </a:cubicBezTo>
                  <a:cubicBezTo>
                    <a:pt x="19685" y="685800"/>
                    <a:pt x="25400" y="691515"/>
                    <a:pt x="25400" y="698500"/>
                  </a:cubicBezTo>
                  <a:cubicBezTo>
                    <a:pt x="25400" y="1070229"/>
                    <a:pt x="326771" y="1371600"/>
                    <a:pt x="698500" y="1371600"/>
                  </a:cubicBezTo>
                  <a:cubicBezTo>
                    <a:pt x="1070229" y="1371600"/>
                    <a:pt x="1371600" y="1070229"/>
                    <a:pt x="1371600" y="698500"/>
                  </a:cubicBezTo>
                  <a:cubicBezTo>
                    <a:pt x="1371600" y="326771"/>
                    <a:pt x="1070229" y="25400"/>
                    <a:pt x="698500" y="25400"/>
                  </a:cubicBezTo>
                  <a:lnTo>
                    <a:pt x="698500" y="12700"/>
                  </a:lnTo>
                  <a:lnTo>
                    <a:pt x="698500" y="25400"/>
                  </a:lnTo>
                  <a:cubicBezTo>
                    <a:pt x="326771" y="25400"/>
                    <a:pt x="25400" y="326771"/>
                    <a:pt x="25400" y="698500"/>
                  </a:cubicBezTo>
                  <a:close/>
                </a:path>
              </a:pathLst>
            </a:custGeom>
            <a:solidFill>
              <a:srgbClr val="DDD4F7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384280" y="2125980"/>
            <a:ext cx="480060" cy="480060"/>
            <a:chOff x="0" y="0"/>
            <a:chExt cx="640080" cy="64008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412980" y="1714500"/>
            <a:ext cx="4663440" cy="685800"/>
            <a:chOff x="0" y="0"/>
            <a:chExt cx="621792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17920" cy="914400"/>
            </a:xfrm>
            <a:custGeom>
              <a:avLst/>
              <a:gdLst/>
              <a:ahLst/>
              <a:cxnLst/>
              <a:rect r="r" b="b" t="t" l="l"/>
              <a:pathLst>
                <a:path h="9144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98" r="0" b="-8249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621792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F11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Diário emocional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412980" y="2400300"/>
            <a:ext cx="4663440" cy="822960"/>
            <a:chOff x="0" y="0"/>
            <a:chExt cx="6217920" cy="1097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217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621792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B5B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Registre seus dias e veja padrões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688955" y="3597783"/>
            <a:ext cx="6602730" cy="2007870"/>
            <a:chOff x="0" y="0"/>
            <a:chExt cx="8803640" cy="26771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2700" y="12700"/>
              <a:ext cx="8778240" cy="2651760"/>
            </a:xfrm>
            <a:custGeom>
              <a:avLst/>
              <a:gdLst/>
              <a:ahLst/>
              <a:cxnLst/>
              <a:rect r="r" b="b" t="t" l="l"/>
              <a:pathLst>
                <a:path h="2651760" w="8778240">
                  <a:moveTo>
                    <a:pt x="0" y="219456"/>
                  </a:moveTo>
                  <a:cubicBezTo>
                    <a:pt x="0" y="98298"/>
                    <a:pt x="98933" y="0"/>
                    <a:pt x="220980" y="0"/>
                  </a:cubicBezTo>
                  <a:lnTo>
                    <a:pt x="8557260" y="0"/>
                  </a:lnTo>
                  <a:cubicBezTo>
                    <a:pt x="8679307" y="0"/>
                    <a:pt x="8778240" y="98298"/>
                    <a:pt x="8778240" y="219456"/>
                  </a:cubicBezTo>
                  <a:lnTo>
                    <a:pt x="8778240" y="2432304"/>
                  </a:lnTo>
                  <a:cubicBezTo>
                    <a:pt x="8778240" y="2553462"/>
                    <a:pt x="8679307" y="2651760"/>
                    <a:pt x="8557260" y="2651760"/>
                  </a:cubicBezTo>
                  <a:lnTo>
                    <a:pt x="220980" y="2651760"/>
                  </a:lnTo>
                  <a:cubicBezTo>
                    <a:pt x="98933" y="2651760"/>
                    <a:pt x="0" y="2553462"/>
                    <a:pt x="0" y="24323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803640" cy="2677160"/>
            </a:xfrm>
            <a:custGeom>
              <a:avLst/>
              <a:gdLst/>
              <a:ahLst/>
              <a:cxnLst/>
              <a:rect r="r" b="b" t="t" l="l"/>
              <a:pathLst>
                <a:path h="2677160" w="8803640">
                  <a:moveTo>
                    <a:pt x="0" y="232156"/>
                  </a:moveTo>
                  <a:cubicBezTo>
                    <a:pt x="0" y="103886"/>
                    <a:pt x="104648" y="0"/>
                    <a:pt x="233680" y="0"/>
                  </a:cubicBezTo>
                  <a:lnTo>
                    <a:pt x="8569960" y="0"/>
                  </a:lnTo>
                  <a:lnTo>
                    <a:pt x="8569960" y="12700"/>
                  </a:lnTo>
                  <a:lnTo>
                    <a:pt x="8569960" y="0"/>
                  </a:lnTo>
                  <a:cubicBezTo>
                    <a:pt x="8698865" y="0"/>
                    <a:pt x="8803640" y="103886"/>
                    <a:pt x="8803640" y="232156"/>
                  </a:cubicBezTo>
                  <a:lnTo>
                    <a:pt x="8790940" y="232156"/>
                  </a:lnTo>
                  <a:lnTo>
                    <a:pt x="8803640" y="232156"/>
                  </a:lnTo>
                  <a:lnTo>
                    <a:pt x="8803640" y="2445004"/>
                  </a:lnTo>
                  <a:lnTo>
                    <a:pt x="8790940" y="2445004"/>
                  </a:lnTo>
                  <a:lnTo>
                    <a:pt x="8803640" y="2445004"/>
                  </a:lnTo>
                  <a:cubicBezTo>
                    <a:pt x="8803640" y="2573274"/>
                    <a:pt x="8698992" y="2677160"/>
                    <a:pt x="8569960" y="2677160"/>
                  </a:cubicBezTo>
                  <a:lnTo>
                    <a:pt x="8569960" y="2664460"/>
                  </a:lnTo>
                  <a:lnTo>
                    <a:pt x="8569960" y="2677160"/>
                  </a:lnTo>
                  <a:lnTo>
                    <a:pt x="233680" y="2677160"/>
                  </a:lnTo>
                  <a:lnTo>
                    <a:pt x="233680" y="2664460"/>
                  </a:lnTo>
                  <a:lnTo>
                    <a:pt x="233680" y="2677160"/>
                  </a:lnTo>
                  <a:cubicBezTo>
                    <a:pt x="104648" y="2677160"/>
                    <a:pt x="0" y="2573274"/>
                    <a:pt x="0" y="2445004"/>
                  </a:cubicBezTo>
                  <a:lnTo>
                    <a:pt x="0" y="232156"/>
                  </a:lnTo>
                  <a:lnTo>
                    <a:pt x="12700" y="232156"/>
                  </a:lnTo>
                  <a:lnTo>
                    <a:pt x="0" y="232156"/>
                  </a:lnTo>
                  <a:moveTo>
                    <a:pt x="25400" y="232156"/>
                  </a:moveTo>
                  <a:lnTo>
                    <a:pt x="25400" y="2445004"/>
                  </a:lnTo>
                  <a:lnTo>
                    <a:pt x="12700" y="2445004"/>
                  </a:lnTo>
                  <a:lnTo>
                    <a:pt x="25400" y="2445004"/>
                  </a:lnTo>
                  <a:cubicBezTo>
                    <a:pt x="25400" y="2559177"/>
                    <a:pt x="118491" y="2651760"/>
                    <a:pt x="233680" y="2651760"/>
                  </a:cubicBezTo>
                  <a:lnTo>
                    <a:pt x="8569960" y="2651760"/>
                  </a:lnTo>
                  <a:cubicBezTo>
                    <a:pt x="8685022" y="2651760"/>
                    <a:pt x="8778240" y="2559050"/>
                    <a:pt x="8778240" y="2445004"/>
                  </a:cubicBezTo>
                  <a:lnTo>
                    <a:pt x="8778240" y="232156"/>
                  </a:lnTo>
                  <a:cubicBezTo>
                    <a:pt x="8778240" y="118110"/>
                    <a:pt x="8685149" y="25400"/>
                    <a:pt x="8569960" y="25400"/>
                  </a:cubicBezTo>
                  <a:lnTo>
                    <a:pt x="233680" y="25400"/>
                  </a:lnTo>
                  <a:lnTo>
                    <a:pt x="233680" y="12700"/>
                  </a:lnTo>
                  <a:lnTo>
                    <a:pt x="233680" y="25400"/>
                  </a:lnTo>
                  <a:cubicBezTo>
                    <a:pt x="118491" y="25400"/>
                    <a:pt x="25400" y="118110"/>
                    <a:pt x="25400" y="232156"/>
                  </a:cubicBezTo>
                  <a:close/>
                </a:path>
              </a:pathLst>
            </a:custGeom>
            <a:solidFill>
              <a:srgbClr val="E4DDF5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100435" y="4077843"/>
            <a:ext cx="1047750" cy="1047750"/>
            <a:chOff x="0" y="0"/>
            <a:chExt cx="1397000" cy="1397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2700" y="1270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EFEAFB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9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97000">
                  <a:moveTo>
                    <a:pt x="0" y="698500"/>
                  </a:moveTo>
                  <a:cubicBezTo>
                    <a:pt x="0" y="312674"/>
                    <a:pt x="312674" y="0"/>
                    <a:pt x="698500" y="0"/>
                  </a:cubicBezTo>
                  <a:lnTo>
                    <a:pt x="698500" y="12700"/>
                  </a:lnTo>
                  <a:lnTo>
                    <a:pt x="698500" y="0"/>
                  </a:lnTo>
                  <a:cubicBezTo>
                    <a:pt x="1084326" y="0"/>
                    <a:pt x="1397000" y="312674"/>
                    <a:pt x="1397000" y="698500"/>
                  </a:cubicBezTo>
                  <a:lnTo>
                    <a:pt x="1384300" y="698500"/>
                  </a:lnTo>
                  <a:lnTo>
                    <a:pt x="1397000" y="698500"/>
                  </a:lnTo>
                  <a:cubicBezTo>
                    <a:pt x="1397000" y="1084326"/>
                    <a:pt x="1084326" y="1397000"/>
                    <a:pt x="698500" y="1397000"/>
                  </a:cubicBezTo>
                  <a:lnTo>
                    <a:pt x="698500" y="1384300"/>
                  </a:lnTo>
                  <a:lnTo>
                    <a:pt x="698500" y="1397000"/>
                  </a:lnTo>
                  <a:cubicBezTo>
                    <a:pt x="312674" y="1397000"/>
                    <a:pt x="0" y="1084326"/>
                    <a:pt x="0" y="698500"/>
                  </a:cubicBezTo>
                  <a:lnTo>
                    <a:pt x="12700" y="698500"/>
                  </a:lnTo>
                  <a:lnTo>
                    <a:pt x="25400" y="698500"/>
                  </a:lnTo>
                  <a:lnTo>
                    <a:pt x="12700" y="698500"/>
                  </a:lnTo>
                  <a:lnTo>
                    <a:pt x="0" y="698500"/>
                  </a:lnTo>
                  <a:moveTo>
                    <a:pt x="25400" y="698500"/>
                  </a:moveTo>
                  <a:cubicBezTo>
                    <a:pt x="25400" y="705485"/>
                    <a:pt x="19685" y="711200"/>
                    <a:pt x="12700" y="711200"/>
                  </a:cubicBezTo>
                  <a:cubicBezTo>
                    <a:pt x="5715" y="711200"/>
                    <a:pt x="0" y="705485"/>
                    <a:pt x="0" y="698500"/>
                  </a:cubicBezTo>
                  <a:cubicBezTo>
                    <a:pt x="0" y="691515"/>
                    <a:pt x="5715" y="685800"/>
                    <a:pt x="12700" y="685800"/>
                  </a:cubicBezTo>
                  <a:cubicBezTo>
                    <a:pt x="19685" y="685800"/>
                    <a:pt x="25400" y="691515"/>
                    <a:pt x="25400" y="698500"/>
                  </a:cubicBezTo>
                  <a:cubicBezTo>
                    <a:pt x="25400" y="1070229"/>
                    <a:pt x="326771" y="1371600"/>
                    <a:pt x="698500" y="1371600"/>
                  </a:cubicBezTo>
                  <a:cubicBezTo>
                    <a:pt x="1070229" y="1371600"/>
                    <a:pt x="1371600" y="1070229"/>
                    <a:pt x="1371600" y="698500"/>
                  </a:cubicBezTo>
                  <a:cubicBezTo>
                    <a:pt x="1371600" y="326771"/>
                    <a:pt x="1070229" y="25400"/>
                    <a:pt x="698500" y="25400"/>
                  </a:cubicBezTo>
                  <a:lnTo>
                    <a:pt x="698500" y="12700"/>
                  </a:lnTo>
                  <a:lnTo>
                    <a:pt x="698500" y="25400"/>
                  </a:lnTo>
                  <a:cubicBezTo>
                    <a:pt x="326771" y="25400"/>
                    <a:pt x="25400" y="326771"/>
                    <a:pt x="25400" y="698500"/>
                  </a:cubicBezTo>
                  <a:close/>
                </a:path>
              </a:pathLst>
            </a:custGeom>
            <a:solidFill>
              <a:srgbClr val="DDD4F7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384280" y="4361688"/>
            <a:ext cx="480060" cy="480060"/>
            <a:chOff x="0" y="0"/>
            <a:chExt cx="640080" cy="640080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412980" y="3950208"/>
            <a:ext cx="4663440" cy="685800"/>
            <a:chOff x="0" y="0"/>
            <a:chExt cx="6217920" cy="914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217920" cy="914400"/>
            </a:xfrm>
            <a:custGeom>
              <a:avLst/>
              <a:gdLst/>
              <a:ahLst/>
              <a:cxnLst/>
              <a:rect r="r" b="b" t="t" l="l"/>
              <a:pathLst>
                <a:path h="9144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98" r="0" b="-8249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621792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F11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Psicóloga IA 24h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412980" y="4636008"/>
            <a:ext cx="4663440" cy="822960"/>
            <a:chOff x="0" y="0"/>
            <a:chExt cx="6217920" cy="10972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217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621792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B5B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Conversas seguras a qualquer hora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688955" y="5833491"/>
            <a:ext cx="6602730" cy="2007870"/>
            <a:chOff x="0" y="0"/>
            <a:chExt cx="8803640" cy="26771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2700" y="12700"/>
              <a:ext cx="8778240" cy="2651760"/>
            </a:xfrm>
            <a:custGeom>
              <a:avLst/>
              <a:gdLst/>
              <a:ahLst/>
              <a:cxnLst/>
              <a:rect r="r" b="b" t="t" l="l"/>
              <a:pathLst>
                <a:path h="2651760" w="8778240">
                  <a:moveTo>
                    <a:pt x="0" y="219456"/>
                  </a:moveTo>
                  <a:cubicBezTo>
                    <a:pt x="0" y="98298"/>
                    <a:pt x="98933" y="0"/>
                    <a:pt x="220980" y="0"/>
                  </a:cubicBezTo>
                  <a:lnTo>
                    <a:pt x="8557260" y="0"/>
                  </a:lnTo>
                  <a:cubicBezTo>
                    <a:pt x="8679307" y="0"/>
                    <a:pt x="8778240" y="98298"/>
                    <a:pt x="8778240" y="219456"/>
                  </a:cubicBezTo>
                  <a:lnTo>
                    <a:pt x="8778240" y="2432304"/>
                  </a:lnTo>
                  <a:cubicBezTo>
                    <a:pt x="8778240" y="2553462"/>
                    <a:pt x="8679307" y="2651760"/>
                    <a:pt x="8557260" y="2651760"/>
                  </a:cubicBezTo>
                  <a:lnTo>
                    <a:pt x="220980" y="2651760"/>
                  </a:lnTo>
                  <a:cubicBezTo>
                    <a:pt x="98933" y="2651760"/>
                    <a:pt x="0" y="2553462"/>
                    <a:pt x="0" y="24323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803640" cy="2677160"/>
            </a:xfrm>
            <a:custGeom>
              <a:avLst/>
              <a:gdLst/>
              <a:ahLst/>
              <a:cxnLst/>
              <a:rect r="r" b="b" t="t" l="l"/>
              <a:pathLst>
                <a:path h="2677160" w="8803640">
                  <a:moveTo>
                    <a:pt x="0" y="232156"/>
                  </a:moveTo>
                  <a:cubicBezTo>
                    <a:pt x="0" y="103886"/>
                    <a:pt x="104648" y="0"/>
                    <a:pt x="233680" y="0"/>
                  </a:cubicBezTo>
                  <a:lnTo>
                    <a:pt x="8569960" y="0"/>
                  </a:lnTo>
                  <a:lnTo>
                    <a:pt x="8569960" y="12700"/>
                  </a:lnTo>
                  <a:lnTo>
                    <a:pt x="8569960" y="0"/>
                  </a:lnTo>
                  <a:cubicBezTo>
                    <a:pt x="8698865" y="0"/>
                    <a:pt x="8803640" y="103886"/>
                    <a:pt x="8803640" y="232156"/>
                  </a:cubicBezTo>
                  <a:lnTo>
                    <a:pt x="8790940" y="232156"/>
                  </a:lnTo>
                  <a:lnTo>
                    <a:pt x="8803640" y="232156"/>
                  </a:lnTo>
                  <a:lnTo>
                    <a:pt x="8803640" y="2445004"/>
                  </a:lnTo>
                  <a:lnTo>
                    <a:pt x="8790940" y="2445004"/>
                  </a:lnTo>
                  <a:lnTo>
                    <a:pt x="8803640" y="2445004"/>
                  </a:lnTo>
                  <a:cubicBezTo>
                    <a:pt x="8803640" y="2573274"/>
                    <a:pt x="8698992" y="2677160"/>
                    <a:pt x="8569960" y="2677160"/>
                  </a:cubicBezTo>
                  <a:lnTo>
                    <a:pt x="8569960" y="2664460"/>
                  </a:lnTo>
                  <a:lnTo>
                    <a:pt x="8569960" y="2677160"/>
                  </a:lnTo>
                  <a:lnTo>
                    <a:pt x="233680" y="2677160"/>
                  </a:lnTo>
                  <a:lnTo>
                    <a:pt x="233680" y="2664460"/>
                  </a:lnTo>
                  <a:lnTo>
                    <a:pt x="233680" y="2677160"/>
                  </a:lnTo>
                  <a:cubicBezTo>
                    <a:pt x="104648" y="2677160"/>
                    <a:pt x="0" y="2573274"/>
                    <a:pt x="0" y="2445004"/>
                  </a:cubicBezTo>
                  <a:lnTo>
                    <a:pt x="0" y="232156"/>
                  </a:lnTo>
                  <a:lnTo>
                    <a:pt x="12700" y="232156"/>
                  </a:lnTo>
                  <a:lnTo>
                    <a:pt x="0" y="232156"/>
                  </a:lnTo>
                  <a:moveTo>
                    <a:pt x="25400" y="232156"/>
                  </a:moveTo>
                  <a:lnTo>
                    <a:pt x="25400" y="2445004"/>
                  </a:lnTo>
                  <a:lnTo>
                    <a:pt x="12700" y="2445004"/>
                  </a:lnTo>
                  <a:lnTo>
                    <a:pt x="25400" y="2445004"/>
                  </a:lnTo>
                  <a:cubicBezTo>
                    <a:pt x="25400" y="2559177"/>
                    <a:pt x="118491" y="2651760"/>
                    <a:pt x="233680" y="2651760"/>
                  </a:cubicBezTo>
                  <a:lnTo>
                    <a:pt x="8569960" y="2651760"/>
                  </a:lnTo>
                  <a:cubicBezTo>
                    <a:pt x="8685022" y="2651760"/>
                    <a:pt x="8778240" y="2559050"/>
                    <a:pt x="8778240" y="2445004"/>
                  </a:cubicBezTo>
                  <a:lnTo>
                    <a:pt x="8778240" y="232156"/>
                  </a:lnTo>
                  <a:cubicBezTo>
                    <a:pt x="8778240" y="118110"/>
                    <a:pt x="8685149" y="25400"/>
                    <a:pt x="8569960" y="25400"/>
                  </a:cubicBezTo>
                  <a:lnTo>
                    <a:pt x="233680" y="25400"/>
                  </a:lnTo>
                  <a:lnTo>
                    <a:pt x="233680" y="12700"/>
                  </a:lnTo>
                  <a:lnTo>
                    <a:pt x="233680" y="25400"/>
                  </a:lnTo>
                  <a:cubicBezTo>
                    <a:pt x="118491" y="25400"/>
                    <a:pt x="25400" y="118110"/>
                    <a:pt x="25400" y="232156"/>
                  </a:cubicBezTo>
                  <a:close/>
                </a:path>
              </a:pathLst>
            </a:custGeom>
            <a:solidFill>
              <a:srgbClr val="E4DDF5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1100435" y="6313551"/>
            <a:ext cx="1047750" cy="1047750"/>
            <a:chOff x="0" y="0"/>
            <a:chExt cx="1397000" cy="1397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2700" y="1270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EFEAFB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9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97000">
                  <a:moveTo>
                    <a:pt x="0" y="698500"/>
                  </a:moveTo>
                  <a:cubicBezTo>
                    <a:pt x="0" y="312674"/>
                    <a:pt x="312674" y="0"/>
                    <a:pt x="698500" y="0"/>
                  </a:cubicBezTo>
                  <a:lnTo>
                    <a:pt x="698500" y="12700"/>
                  </a:lnTo>
                  <a:lnTo>
                    <a:pt x="698500" y="0"/>
                  </a:lnTo>
                  <a:cubicBezTo>
                    <a:pt x="1084326" y="0"/>
                    <a:pt x="1397000" y="312674"/>
                    <a:pt x="1397000" y="698500"/>
                  </a:cubicBezTo>
                  <a:lnTo>
                    <a:pt x="1384300" y="698500"/>
                  </a:lnTo>
                  <a:lnTo>
                    <a:pt x="1397000" y="698500"/>
                  </a:lnTo>
                  <a:cubicBezTo>
                    <a:pt x="1397000" y="1084326"/>
                    <a:pt x="1084326" y="1397000"/>
                    <a:pt x="698500" y="1397000"/>
                  </a:cubicBezTo>
                  <a:lnTo>
                    <a:pt x="698500" y="1384300"/>
                  </a:lnTo>
                  <a:lnTo>
                    <a:pt x="698500" y="1397000"/>
                  </a:lnTo>
                  <a:cubicBezTo>
                    <a:pt x="312674" y="1397000"/>
                    <a:pt x="0" y="1084326"/>
                    <a:pt x="0" y="698500"/>
                  </a:cubicBezTo>
                  <a:lnTo>
                    <a:pt x="12700" y="698500"/>
                  </a:lnTo>
                  <a:lnTo>
                    <a:pt x="25400" y="698500"/>
                  </a:lnTo>
                  <a:lnTo>
                    <a:pt x="12700" y="698500"/>
                  </a:lnTo>
                  <a:lnTo>
                    <a:pt x="0" y="698500"/>
                  </a:lnTo>
                  <a:moveTo>
                    <a:pt x="25400" y="698500"/>
                  </a:moveTo>
                  <a:cubicBezTo>
                    <a:pt x="25400" y="705485"/>
                    <a:pt x="19685" y="711200"/>
                    <a:pt x="12700" y="711200"/>
                  </a:cubicBezTo>
                  <a:cubicBezTo>
                    <a:pt x="5715" y="711200"/>
                    <a:pt x="0" y="705485"/>
                    <a:pt x="0" y="698500"/>
                  </a:cubicBezTo>
                  <a:cubicBezTo>
                    <a:pt x="0" y="691515"/>
                    <a:pt x="5715" y="685800"/>
                    <a:pt x="12700" y="685800"/>
                  </a:cubicBezTo>
                  <a:cubicBezTo>
                    <a:pt x="19685" y="685800"/>
                    <a:pt x="25400" y="691515"/>
                    <a:pt x="25400" y="698500"/>
                  </a:cubicBezTo>
                  <a:cubicBezTo>
                    <a:pt x="25400" y="1070229"/>
                    <a:pt x="326771" y="1371600"/>
                    <a:pt x="698500" y="1371600"/>
                  </a:cubicBezTo>
                  <a:cubicBezTo>
                    <a:pt x="1070229" y="1371600"/>
                    <a:pt x="1371600" y="1070229"/>
                    <a:pt x="1371600" y="698500"/>
                  </a:cubicBezTo>
                  <a:cubicBezTo>
                    <a:pt x="1371600" y="326771"/>
                    <a:pt x="1070229" y="25400"/>
                    <a:pt x="698500" y="25400"/>
                  </a:cubicBezTo>
                  <a:lnTo>
                    <a:pt x="698500" y="12700"/>
                  </a:lnTo>
                  <a:lnTo>
                    <a:pt x="698500" y="25400"/>
                  </a:lnTo>
                  <a:cubicBezTo>
                    <a:pt x="326771" y="25400"/>
                    <a:pt x="25400" y="326771"/>
                    <a:pt x="25400" y="698500"/>
                  </a:cubicBezTo>
                  <a:close/>
                </a:path>
              </a:pathLst>
            </a:custGeom>
            <a:solidFill>
              <a:srgbClr val="DDD4F7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384280" y="6597396"/>
            <a:ext cx="480060" cy="480060"/>
            <a:chOff x="0" y="0"/>
            <a:chExt cx="640080" cy="640080"/>
          </a:xfrm>
        </p:grpSpPr>
        <p:sp>
          <p:nvSpPr>
            <p:cNvPr name="Freeform 46" id="46" descr="preencoded.png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412980" y="6185916"/>
            <a:ext cx="4663440" cy="685800"/>
            <a:chOff x="0" y="0"/>
            <a:chExt cx="621792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217920" cy="914400"/>
            </a:xfrm>
            <a:custGeom>
              <a:avLst/>
              <a:gdLst/>
              <a:ahLst/>
              <a:cxnLst/>
              <a:rect r="r" b="b" t="t" l="l"/>
              <a:pathLst>
                <a:path h="9144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98" r="0" b="-8249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621792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F11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Insights de humor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412980" y="6871716"/>
            <a:ext cx="4663440" cy="822960"/>
            <a:chOff x="0" y="0"/>
            <a:chExt cx="6217920" cy="10972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217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621792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B5B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Gráficos que revelam sua jornada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6915943" y="9464040"/>
            <a:ext cx="822960" cy="548640"/>
            <a:chOff x="0" y="0"/>
            <a:chExt cx="109728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97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097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6B5B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960120"/>
            <a:ext cx="16459200" cy="1234440"/>
            <a:chOff x="0" y="0"/>
            <a:chExt cx="2194560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21945600" cy="1788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3B23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 que confiar em nós?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2125980"/>
            <a:ext cx="16459200" cy="685800"/>
            <a:chOff x="0" y="0"/>
            <a:chExt cx="219456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i="true" spc="-16">
                  <a:solidFill>
                    <a:srgbClr val="6B5BA0"/>
                  </a:solidFill>
                  <a:latin typeface="TT Rounds Condensed Italics"/>
                  <a:ea typeface="TT Rounds Condensed Italics"/>
                  <a:cs typeface="TT Rounds Condensed Italics"/>
                  <a:sym typeface="TT Rounds Condensed Italics"/>
                </a:rPr>
                <a:t>Privacidade, segurança e bem-estar real — em cada interação.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0595" y="3419475"/>
            <a:ext cx="8180070" cy="2967990"/>
            <a:chOff x="0" y="0"/>
            <a:chExt cx="10906760" cy="3957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0" y="12700"/>
              <a:ext cx="10881360" cy="3931920"/>
            </a:xfrm>
            <a:custGeom>
              <a:avLst/>
              <a:gdLst/>
              <a:ahLst/>
              <a:cxnLst/>
              <a:rect r="r" b="b" t="t" l="l"/>
              <a:pathLst>
                <a:path h="3931920" w="10881360">
                  <a:moveTo>
                    <a:pt x="0" y="274320"/>
                  </a:moveTo>
                  <a:cubicBezTo>
                    <a:pt x="0" y="122809"/>
                    <a:pt x="123317" y="0"/>
                    <a:pt x="275463" y="0"/>
                  </a:cubicBezTo>
                  <a:lnTo>
                    <a:pt x="10605897" y="0"/>
                  </a:lnTo>
                  <a:cubicBezTo>
                    <a:pt x="10758043" y="0"/>
                    <a:pt x="10881360" y="122809"/>
                    <a:pt x="10881360" y="274320"/>
                  </a:cubicBezTo>
                  <a:lnTo>
                    <a:pt x="10881360" y="3657600"/>
                  </a:lnTo>
                  <a:cubicBezTo>
                    <a:pt x="10881360" y="3809111"/>
                    <a:pt x="10758043" y="3931920"/>
                    <a:pt x="10605897" y="3931920"/>
                  </a:cubicBezTo>
                  <a:lnTo>
                    <a:pt x="275463" y="3931920"/>
                  </a:lnTo>
                  <a:cubicBezTo>
                    <a:pt x="123317" y="3931920"/>
                    <a:pt x="0" y="3809111"/>
                    <a:pt x="0" y="36576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06760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906760">
                  <a:moveTo>
                    <a:pt x="0" y="287020"/>
                  </a:moveTo>
                  <a:cubicBezTo>
                    <a:pt x="0" y="128397"/>
                    <a:pt x="129032" y="0"/>
                    <a:pt x="288163" y="0"/>
                  </a:cubicBezTo>
                  <a:lnTo>
                    <a:pt x="10618597" y="0"/>
                  </a:lnTo>
                  <a:lnTo>
                    <a:pt x="10618597" y="12700"/>
                  </a:lnTo>
                  <a:lnTo>
                    <a:pt x="10618597" y="0"/>
                  </a:lnTo>
                  <a:cubicBezTo>
                    <a:pt x="10777728" y="0"/>
                    <a:pt x="10906760" y="128397"/>
                    <a:pt x="10906760" y="287020"/>
                  </a:cubicBezTo>
                  <a:lnTo>
                    <a:pt x="10894060" y="287020"/>
                  </a:lnTo>
                  <a:lnTo>
                    <a:pt x="10906760" y="287020"/>
                  </a:lnTo>
                  <a:lnTo>
                    <a:pt x="10906760" y="3670300"/>
                  </a:lnTo>
                  <a:lnTo>
                    <a:pt x="10894060" y="3670300"/>
                  </a:lnTo>
                  <a:lnTo>
                    <a:pt x="10906760" y="3670300"/>
                  </a:lnTo>
                  <a:cubicBezTo>
                    <a:pt x="10906760" y="3828923"/>
                    <a:pt x="10777728" y="3957320"/>
                    <a:pt x="10618597" y="3957320"/>
                  </a:cubicBezTo>
                  <a:lnTo>
                    <a:pt x="10618597" y="3944620"/>
                  </a:lnTo>
                  <a:lnTo>
                    <a:pt x="10618597" y="3957320"/>
                  </a:lnTo>
                  <a:lnTo>
                    <a:pt x="288163" y="3957320"/>
                  </a:lnTo>
                  <a:lnTo>
                    <a:pt x="288163" y="3944620"/>
                  </a:lnTo>
                  <a:lnTo>
                    <a:pt x="288163" y="3957320"/>
                  </a:lnTo>
                  <a:cubicBezTo>
                    <a:pt x="129032" y="3957320"/>
                    <a:pt x="0" y="3828923"/>
                    <a:pt x="0" y="3670300"/>
                  </a:cubicBezTo>
                  <a:lnTo>
                    <a:pt x="0" y="287020"/>
                  </a:lnTo>
                  <a:lnTo>
                    <a:pt x="12700" y="287020"/>
                  </a:lnTo>
                  <a:lnTo>
                    <a:pt x="0" y="287020"/>
                  </a:lnTo>
                  <a:moveTo>
                    <a:pt x="25400" y="287020"/>
                  </a:moveTo>
                  <a:lnTo>
                    <a:pt x="25400" y="3670300"/>
                  </a:lnTo>
                  <a:lnTo>
                    <a:pt x="12700" y="3670300"/>
                  </a:lnTo>
                  <a:lnTo>
                    <a:pt x="25400" y="3670300"/>
                  </a:lnTo>
                  <a:cubicBezTo>
                    <a:pt x="25400" y="3814699"/>
                    <a:pt x="143002" y="3931920"/>
                    <a:pt x="288163" y="3931920"/>
                  </a:cubicBezTo>
                  <a:lnTo>
                    <a:pt x="10618597" y="3931920"/>
                  </a:lnTo>
                  <a:cubicBezTo>
                    <a:pt x="10763758" y="3931920"/>
                    <a:pt x="10881360" y="3814699"/>
                    <a:pt x="10881360" y="3670300"/>
                  </a:cubicBezTo>
                  <a:lnTo>
                    <a:pt x="10881360" y="287020"/>
                  </a:lnTo>
                  <a:cubicBezTo>
                    <a:pt x="10881360" y="142621"/>
                    <a:pt x="10763758" y="25400"/>
                    <a:pt x="10618597" y="25400"/>
                  </a:cubicBezTo>
                  <a:lnTo>
                    <a:pt x="288163" y="25400"/>
                  </a:lnTo>
                  <a:lnTo>
                    <a:pt x="288163" y="12700"/>
                  </a:lnTo>
                  <a:lnTo>
                    <a:pt x="288163" y="25400"/>
                  </a:lnTo>
                  <a:cubicBezTo>
                    <a:pt x="143002" y="25400"/>
                    <a:pt x="25400" y="142621"/>
                    <a:pt x="25400" y="287020"/>
                  </a:cubicBezTo>
                  <a:close/>
                </a:path>
              </a:pathLst>
            </a:custGeom>
            <a:solidFill>
              <a:srgbClr val="E4DDF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99235" y="3968115"/>
            <a:ext cx="1184910" cy="1184910"/>
            <a:chOff x="0" y="0"/>
            <a:chExt cx="1579880" cy="1579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2700" y="1270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EFEAF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79880" cy="1579880"/>
            </a:xfrm>
            <a:custGeom>
              <a:avLst/>
              <a:gdLst/>
              <a:ahLst/>
              <a:cxnLst/>
              <a:rect r="r" b="b" t="t" l="l"/>
              <a:pathLst>
                <a:path h="1579880" w="1579880">
                  <a:moveTo>
                    <a:pt x="0" y="789940"/>
                  </a:moveTo>
                  <a:cubicBezTo>
                    <a:pt x="0" y="353695"/>
                    <a:pt x="353695" y="0"/>
                    <a:pt x="789940" y="0"/>
                  </a:cubicBezTo>
                  <a:lnTo>
                    <a:pt x="789940" y="12700"/>
                  </a:lnTo>
                  <a:lnTo>
                    <a:pt x="789940" y="0"/>
                  </a:lnTo>
                  <a:cubicBezTo>
                    <a:pt x="1226185" y="0"/>
                    <a:pt x="1579880" y="353695"/>
                    <a:pt x="1579880" y="789940"/>
                  </a:cubicBezTo>
                  <a:cubicBezTo>
                    <a:pt x="1579880" y="1226185"/>
                    <a:pt x="1226185" y="1579880"/>
                    <a:pt x="789940" y="1579880"/>
                  </a:cubicBezTo>
                  <a:lnTo>
                    <a:pt x="789940" y="1567180"/>
                  </a:lnTo>
                  <a:lnTo>
                    <a:pt x="789940" y="1579880"/>
                  </a:lnTo>
                  <a:cubicBezTo>
                    <a:pt x="353695" y="1579880"/>
                    <a:pt x="0" y="1226185"/>
                    <a:pt x="0" y="789940"/>
                  </a:cubicBezTo>
                  <a:lnTo>
                    <a:pt x="12700" y="789940"/>
                  </a:lnTo>
                  <a:lnTo>
                    <a:pt x="23495" y="796671"/>
                  </a:lnTo>
                  <a:cubicBezTo>
                    <a:pt x="20447" y="801497"/>
                    <a:pt x="14605" y="803656"/>
                    <a:pt x="9271" y="802132"/>
                  </a:cubicBezTo>
                  <a:cubicBezTo>
                    <a:pt x="3937" y="800608"/>
                    <a:pt x="0" y="795655"/>
                    <a:pt x="0" y="789940"/>
                  </a:cubicBezTo>
                  <a:moveTo>
                    <a:pt x="25400" y="789940"/>
                  </a:moveTo>
                  <a:lnTo>
                    <a:pt x="12700" y="789940"/>
                  </a:lnTo>
                  <a:lnTo>
                    <a:pt x="1905" y="783209"/>
                  </a:lnTo>
                  <a:cubicBezTo>
                    <a:pt x="4953" y="778383"/>
                    <a:pt x="10795" y="776224"/>
                    <a:pt x="16129" y="777748"/>
                  </a:cubicBezTo>
                  <a:cubicBezTo>
                    <a:pt x="21463" y="779272"/>
                    <a:pt x="25273" y="784352"/>
                    <a:pt x="25273" y="789940"/>
                  </a:cubicBezTo>
                  <a:cubicBezTo>
                    <a:pt x="25273" y="1212215"/>
                    <a:pt x="367538" y="1554480"/>
                    <a:pt x="789813" y="1554480"/>
                  </a:cubicBezTo>
                  <a:cubicBezTo>
                    <a:pt x="1212088" y="1554480"/>
                    <a:pt x="1554353" y="1212215"/>
                    <a:pt x="1554353" y="789940"/>
                  </a:cubicBezTo>
                  <a:lnTo>
                    <a:pt x="1567053" y="789940"/>
                  </a:lnTo>
                  <a:lnTo>
                    <a:pt x="1554353" y="789940"/>
                  </a:lnTo>
                  <a:cubicBezTo>
                    <a:pt x="1554480" y="367665"/>
                    <a:pt x="1212215" y="25400"/>
                    <a:pt x="789940" y="25400"/>
                  </a:cubicBezTo>
                  <a:lnTo>
                    <a:pt x="789940" y="12700"/>
                  </a:lnTo>
                  <a:lnTo>
                    <a:pt x="789940" y="25400"/>
                  </a:lnTo>
                  <a:cubicBezTo>
                    <a:pt x="367665" y="25400"/>
                    <a:pt x="25400" y="367665"/>
                    <a:pt x="25400" y="789940"/>
                  </a:cubicBezTo>
                  <a:close/>
                </a:path>
              </a:pathLst>
            </a:custGeom>
            <a:solidFill>
              <a:srgbClr val="EFEAF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810512" y="4279392"/>
            <a:ext cx="548640" cy="548640"/>
            <a:chOff x="0" y="0"/>
            <a:chExt cx="731520" cy="73152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948940" y="3977640"/>
            <a:ext cx="5966460" cy="685800"/>
            <a:chOff x="0" y="0"/>
            <a:chExt cx="7955280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955280" cy="914400"/>
            </a:xfrm>
            <a:custGeom>
              <a:avLst/>
              <a:gdLst/>
              <a:ahLst/>
              <a:cxnLst/>
              <a:rect r="r" b="b" t="t" l="l"/>
              <a:pathLst>
                <a:path h="91440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519" r="0" b="-11951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795528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F11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Criptografia ponta a ponta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948940" y="4732020"/>
            <a:ext cx="5966460" cy="1508760"/>
            <a:chOff x="0" y="0"/>
            <a:chExt cx="7955280" cy="20116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9552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54" r="0" b="-2705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7955280" cy="2059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B5B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Tudo que você escreve é criptografado. Nem nossa equipe consegue ler suas anotações.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454515" y="3419475"/>
            <a:ext cx="8180070" cy="2967990"/>
            <a:chOff x="0" y="0"/>
            <a:chExt cx="10906760" cy="39573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2700" y="12700"/>
              <a:ext cx="10881360" cy="3931920"/>
            </a:xfrm>
            <a:custGeom>
              <a:avLst/>
              <a:gdLst/>
              <a:ahLst/>
              <a:cxnLst/>
              <a:rect r="r" b="b" t="t" l="l"/>
              <a:pathLst>
                <a:path h="3931920" w="10881360">
                  <a:moveTo>
                    <a:pt x="0" y="274320"/>
                  </a:moveTo>
                  <a:cubicBezTo>
                    <a:pt x="0" y="122809"/>
                    <a:pt x="123317" y="0"/>
                    <a:pt x="275463" y="0"/>
                  </a:cubicBezTo>
                  <a:lnTo>
                    <a:pt x="10605897" y="0"/>
                  </a:lnTo>
                  <a:cubicBezTo>
                    <a:pt x="10758043" y="0"/>
                    <a:pt x="10881360" y="122809"/>
                    <a:pt x="10881360" y="274320"/>
                  </a:cubicBezTo>
                  <a:lnTo>
                    <a:pt x="10881360" y="3657600"/>
                  </a:lnTo>
                  <a:cubicBezTo>
                    <a:pt x="10881360" y="3809111"/>
                    <a:pt x="10758043" y="3931920"/>
                    <a:pt x="10605897" y="3931920"/>
                  </a:cubicBezTo>
                  <a:lnTo>
                    <a:pt x="275463" y="3931920"/>
                  </a:lnTo>
                  <a:cubicBezTo>
                    <a:pt x="123317" y="3931920"/>
                    <a:pt x="0" y="3809111"/>
                    <a:pt x="0" y="36576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06760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906760">
                  <a:moveTo>
                    <a:pt x="0" y="287020"/>
                  </a:moveTo>
                  <a:cubicBezTo>
                    <a:pt x="0" y="128397"/>
                    <a:pt x="129032" y="0"/>
                    <a:pt x="288163" y="0"/>
                  </a:cubicBezTo>
                  <a:lnTo>
                    <a:pt x="10618597" y="0"/>
                  </a:lnTo>
                  <a:lnTo>
                    <a:pt x="10618597" y="12700"/>
                  </a:lnTo>
                  <a:lnTo>
                    <a:pt x="10618597" y="0"/>
                  </a:lnTo>
                  <a:cubicBezTo>
                    <a:pt x="10777728" y="0"/>
                    <a:pt x="10906760" y="128397"/>
                    <a:pt x="10906760" y="287020"/>
                  </a:cubicBezTo>
                  <a:lnTo>
                    <a:pt x="10894060" y="287020"/>
                  </a:lnTo>
                  <a:lnTo>
                    <a:pt x="10906760" y="287020"/>
                  </a:lnTo>
                  <a:lnTo>
                    <a:pt x="10906760" y="3670300"/>
                  </a:lnTo>
                  <a:lnTo>
                    <a:pt x="10894060" y="3670300"/>
                  </a:lnTo>
                  <a:lnTo>
                    <a:pt x="10906760" y="3670300"/>
                  </a:lnTo>
                  <a:cubicBezTo>
                    <a:pt x="10906760" y="3828923"/>
                    <a:pt x="10777728" y="3957320"/>
                    <a:pt x="10618597" y="3957320"/>
                  </a:cubicBezTo>
                  <a:lnTo>
                    <a:pt x="10618597" y="3944620"/>
                  </a:lnTo>
                  <a:lnTo>
                    <a:pt x="10618597" y="3957320"/>
                  </a:lnTo>
                  <a:lnTo>
                    <a:pt x="288163" y="3957320"/>
                  </a:lnTo>
                  <a:lnTo>
                    <a:pt x="288163" y="3944620"/>
                  </a:lnTo>
                  <a:lnTo>
                    <a:pt x="288163" y="3957320"/>
                  </a:lnTo>
                  <a:cubicBezTo>
                    <a:pt x="129032" y="3957320"/>
                    <a:pt x="0" y="3828923"/>
                    <a:pt x="0" y="3670300"/>
                  </a:cubicBezTo>
                  <a:lnTo>
                    <a:pt x="0" y="287020"/>
                  </a:lnTo>
                  <a:lnTo>
                    <a:pt x="12700" y="287020"/>
                  </a:lnTo>
                  <a:lnTo>
                    <a:pt x="0" y="287020"/>
                  </a:lnTo>
                  <a:moveTo>
                    <a:pt x="25400" y="287020"/>
                  </a:moveTo>
                  <a:lnTo>
                    <a:pt x="25400" y="3670300"/>
                  </a:lnTo>
                  <a:lnTo>
                    <a:pt x="12700" y="3670300"/>
                  </a:lnTo>
                  <a:lnTo>
                    <a:pt x="25400" y="3670300"/>
                  </a:lnTo>
                  <a:cubicBezTo>
                    <a:pt x="25400" y="3814699"/>
                    <a:pt x="143002" y="3931920"/>
                    <a:pt x="288163" y="3931920"/>
                  </a:cubicBezTo>
                  <a:lnTo>
                    <a:pt x="10618597" y="3931920"/>
                  </a:lnTo>
                  <a:cubicBezTo>
                    <a:pt x="10763758" y="3931920"/>
                    <a:pt x="10881360" y="3814699"/>
                    <a:pt x="10881360" y="3670300"/>
                  </a:cubicBezTo>
                  <a:lnTo>
                    <a:pt x="10881360" y="287020"/>
                  </a:lnTo>
                  <a:cubicBezTo>
                    <a:pt x="10881360" y="142621"/>
                    <a:pt x="10763758" y="25400"/>
                    <a:pt x="10618597" y="25400"/>
                  </a:cubicBezTo>
                  <a:lnTo>
                    <a:pt x="288163" y="25400"/>
                  </a:lnTo>
                  <a:lnTo>
                    <a:pt x="288163" y="12700"/>
                  </a:lnTo>
                  <a:lnTo>
                    <a:pt x="288163" y="25400"/>
                  </a:lnTo>
                  <a:cubicBezTo>
                    <a:pt x="143002" y="25400"/>
                    <a:pt x="25400" y="142621"/>
                    <a:pt x="25400" y="287020"/>
                  </a:cubicBezTo>
                  <a:close/>
                </a:path>
              </a:pathLst>
            </a:custGeom>
            <a:solidFill>
              <a:srgbClr val="E4DDF5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003155" y="3968115"/>
            <a:ext cx="1184910" cy="1184910"/>
            <a:chOff x="0" y="0"/>
            <a:chExt cx="1579880" cy="15798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2700" y="1270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EFEAFB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79880" cy="1579880"/>
            </a:xfrm>
            <a:custGeom>
              <a:avLst/>
              <a:gdLst/>
              <a:ahLst/>
              <a:cxnLst/>
              <a:rect r="r" b="b" t="t" l="l"/>
              <a:pathLst>
                <a:path h="1579880" w="1579880">
                  <a:moveTo>
                    <a:pt x="0" y="789940"/>
                  </a:moveTo>
                  <a:cubicBezTo>
                    <a:pt x="0" y="353695"/>
                    <a:pt x="353695" y="0"/>
                    <a:pt x="789940" y="0"/>
                  </a:cubicBezTo>
                  <a:lnTo>
                    <a:pt x="789940" y="12700"/>
                  </a:lnTo>
                  <a:lnTo>
                    <a:pt x="789940" y="0"/>
                  </a:lnTo>
                  <a:cubicBezTo>
                    <a:pt x="1226185" y="0"/>
                    <a:pt x="1579880" y="353695"/>
                    <a:pt x="1579880" y="789940"/>
                  </a:cubicBezTo>
                  <a:cubicBezTo>
                    <a:pt x="1579880" y="1226185"/>
                    <a:pt x="1226185" y="1579880"/>
                    <a:pt x="789940" y="1579880"/>
                  </a:cubicBezTo>
                  <a:lnTo>
                    <a:pt x="789940" y="1567180"/>
                  </a:lnTo>
                  <a:lnTo>
                    <a:pt x="789940" y="1579880"/>
                  </a:lnTo>
                  <a:cubicBezTo>
                    <a:pt x="353695" y="1579880"/>
                    <a:pt x="0" y="1226185"/>
                    <a:pt x="0" y="789940"/>
                  </a:cubicBezTo>
                  <a:lnTo>
                    <a:pt x="12700" y="789940"/>
                  </a:lnTo>
                  <a:lnTo>
                    <a:pt x="23495" y="796671"/>
                  </a:lnTo>
                  <a:cubicBezTo>
                    <a:pt x="20447" y="801497"/>
                    <a:pt x="14605" y="803656"/>
                    <a:pt x="9271" y="802132"/>
                  </a:cubicBezTo>
                  <a:cubicBezTo>
                    <a:pt x="3937" y="800608"/>
                    <a:pt x="0" y="795655"/>
                    <a:pt x="0" y="789940"/>
                  </a:cubicBezTo>
                  <a:moveTo>
                    <a:pt x="25400" y="789940"/>
                  </a:moveTo>
                  <a:lnTo>
                    <a:pt x="12700" y="789940"/>
                  </a:lnTo>
                  <a:lnTo>
                    <a:pt x="1905" y="783209"/>
                  </a:lnTo>
                  <a:cubicBezTo>
                    <a:pt x="4953" y="778383"/>
                    <a:pt x="10795" y="776224"/>
                    <a:pt x="16129" y="777748"/>
                  </a:cubicBezTo>
                  <a:cubicBezTo>
                    <a:pt x="21463" y="779272"/>
                    <a:pt x="25273" y="784352"/>
                    <a:pt x="25273" y="789940"/>
                  </a:cubicBezTo>
                  <a:cubicBezTo>
                    <a:pt x="25273" y="1212215"/>
                    <a:pt x="367538" y="1554480"/>
                    <a:pt x="789813" y="1554480"/>
                  </a:cubicBezTo>
                  <a:cubicBezTo>
                    <a:pt x="1212088" y="1554480"/>
                    <a:pt x="1554353" y="1212215"/>
                    <a:pt x="1554353" y="789940"/>
                  </a:cubicBezTo>
                  <a:lnTo>
                    <a:pt x="1567053" y="789940"/>
                  </a:lnTo>
                  <a:lnTo>
                    <a:pt x="1554353" y="789940"/>
                  </a:lnTo>
                  <a:cubicBezTo>
                    <a:pt x="1554480" y="367665"/>
                    <a:pt x="1212215" y="25400"/>
                    <a:pt x="789940" y="25400"/>
                  </a:cubicBezTo>
                  <a:lnTo>
                    <a:pt x="789940" y="12700"/>
                  </a:lnTo>
                  <a:lnTo>
                    <a:pt x="789940" y="25400"/>
                  </a:lnTo>
                  <a:cubicBezTo>
                    <a:pt x="367665" y="25400"/>
                    <a:pt x="25400" y="367665"/>
                    <a:pt x="25400" y="789940"/>
                  </a:cubicBezTo>
                  <a:close/>
                </a:path>
              </a:pathLst>
            </a:custGeom>
            <a:solidFill>
              <a:srgbClr val="EFEAF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314432" y="4279392"/>
            <a:ext cx="548640" cy="548640"/>
            <a:chOff x="0" y="0"/>
            <a:chExt cx="731520" cy="73152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452860" y="3977640"/>
            <a:ext cx="5966460" cy="685800"/>
            <a:chOff x="0" y="0"/>
            <a:chExt cx="7955280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955280" cy="914400"/>
            </a:xfrm>
            <a:custGeom>
              <a:avLst/>
              <a:gdLst/>
              <a:ahLst/>
              <a:cxnLst/>
              <a:rect r="r" b="b" t="t" l="l"/>
              <a:pathLst>
                <a:path h="91440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519" r="0" b="-11951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795528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F11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Seus dados, suas regras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452860" y="4732020"/>
            <a:ext cx="5966460" cy="1508760"/>
            <a:chOff x="0" y="0"/>
            <a:chExt cx="7955280" cy="20116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9552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54" r="0" b="-2705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7955280" cy="2059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B5B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Nunca compartilhamos informações sem consentimento. Você pode exportar ou apagar tudo a qualquer momento.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198130" y="6770370"/>
            <a:ext cx="8180070" cy="2967990"/>
            <a:chOff x="0" y="0"/>
            <a:chExt cx="10906760" cy="39573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2700" y="12700"/>
              <a:ext cx="10881360" cy="3931920"/>
            </a:xfrm>
            <a:custGeom>
              <a:avLst/>
              <a:gdLst/>
              <a:ahLst/>
              <a:cxnLst/>
              <a:rect r="r" b="b" t="t" l="l"/>
              <a:pathLst>
                <a:path h="3931920" w="10881360">
                  <a:moveTo>
                    <a:pt x="0" y="274320"/>
                  </a:moveTo>
                  <a:cubicBezTo>
                    <a:pt x="0" y="122809"/>
                    <a:pt x="123317" y="0"/>
                    <a:pt x="275463" y="0"/>
                  </a:cubicBezTo>
                  <a:lnTo>
                    <a:pt x="10605897" y="0"/>
                  </a:lnTo>
                  <a:cubicBezTo>
                    <a:pt x="10758043" y="0"/>
                    <a:pt x="10881360" y="122809"/>
                    <a:pt x="10881360" y="274320"/>
                  </a:cubicBezTo>
                  <a:lnTo>
                    <a:pt x="10881360" y="3657600"/>
                  </a:lnTo>
                  <a:cubicBezTo>
                    <a:pt x="10881360" y="3809111"/>
                    <a:pt x="10758043" y="3931920"/>
                    <a:pt x="10605897" y="3931920"/>
                  </a:cubicBezTo>
                  <a:lnTo>
                    <a:pt x="275463" y="3931920"/>
                  </a:lnTo>
                  <a:cubicBezTo>
                    <a:pt x="123317" y="3931920"/>
                    <a:pt x="0" y="3809111"/>
                    <a:pt x="0" y="36576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06760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906760">
                  <a:moveTo>
                    <a:pt x="0" y="287020"/>
                  </a:moveTo>
                  <a:cubicBezTo>
                    <a:pt x="0" y="128397"/>
                    <a:pt x="129032" y="0"/>
                    <a:pt x="288163" y="0"/>
                  </a:cubicBezTo>
                  <a:lnTo>
                    <a:pt x="10618597" y="0"/>
                  </a:lnTo>
                  <a:lnTo>
                    <a:pt x="10618597" y="12700"/>
                  </a:lnTo>
                  <a:lnTo>
                    <a:pt x="10618597" y="0"/>
                  </a:lnTo>
                  <a:cubicBezTo>
                    <a:pt x="10777728" y="0"/>
                    <a:pt x="10906760" y="128397"/>
                    <a:pt x="10906760" y="287020"/>
                  </a:cubicBezTo>
                  <a:lnTo>
                    <a:pt x="10894060" y="287020"/>
                  </a:lnTo>
                  <a:lnTo>
                    <a:pt x="10906760" y="287020"/>
                  </a:lnTo>
                  <a:lnTo>
                    <a:pt x="10906760" y="3670300"/>
                  </a:lnTo>
                  <a:lnTo>
                    <a:pt x="10894060" y="3670300"/>
                  </a:lnTo>
                  <a:lnTo>
                    <a:pt x="10906760" y="3670300"/>
                  </a:lnTo>
                  <a:cubicBezTo>
                    <a:pt x="10906760" y="3828923"/>
                    <a:pt x="10777728" y="3957320"/>
                    <a:pt x="10618597" y="3957320"/>
                  </a:cubicBezTo>
                  <a:lnTo>
                    <a:pt x="10618597" y="3944620"/>
                  </a:lnTo>
                  <a:lnTo>
                    <a:pt x="10618597" y="3957320"/>
                  </a:lnTo>
                  <a:lnTo>
                    <a:pt x="288163" y="3957320"/>
                  </a:lnTo>
                  <a:lnTo>
                    <a:pt x="288163" y="3944620"/>
                  </a:lnTo>
                  <a:lnTo>
                    <a:pt x="288163" y="3957320"/>
                  </a:lnTo>
                  <a:cubicBezTo>
                    <a:pt x="129032" y="3957320"/>
                    <a:pt x="0" y="3828923"/>
                    <a:pt x="0" y="3670300"/>
                  </a:cubicBezTo>
                  <a:lnTo>
                    <a:pt x="0" y="287020"/>
                  </a:lnTo>
                  <a:lnTo>
                    <a:pt x="12700" y="287020"/>
                  </a:lnTo>
                  <a:lnTo>
                    <a:pt x="0" y="287020"/>
                  </a:lnTo>
                  <a:moveTo>
                    <a:pt x="25400" y="287020"/>
                  </a:moveTo>
                  <a:lnTo>
                    <a:pt x="25400" y="3670300"/>
                  </a:lnTo>
                  <a:lnTo>
                    <a:pt x="12700" y="3670300"/>
                  </a:lnTo>
                  <a:lnTo>
                    <a:pt x="25400" y="3670300"/>
                  </a:lnTo>
                  <a:cubicBezTo>
                    <a:pt x="25400" y="3814699"/>
                    <a:pt x="143002" y="3931920"/>
                    <a:pt x="288163" y="3931920"/>
                  </a:cubicBezTo>
                  <a:lnTo>
                    <a:pt x="10618597" y="3931920"/>
                  </a:lnTo>
                  <a:cubicBezTo>
                    <a:pt x="10763758" y="3931920"/>
                    <a:pt x="10881360" y="3814699"/>
                    <a:pt x="10881360" y="3670300"/>
                  </a:cubicBezTo>
                  <a:lnTo>
                    <a:pt x="10881360" y="287020"/>
                  </a:lnTo>
                  <a:cubicBezTo>
                    <a:pt x="10881360" y="142621"/>
                    <a:pt x="10763758" y="25400"/>
                    <a:pt x="10618597" y="25400"/>
                  </a:cubicBezTo>
                  <a:lnTo>
                    <a:pt x="288163" y="25400"/>
                  </a:lnTo>
                  <a:lnTo>
                    <a:pt x="288163" y="12700"/>
                  </a:lnTo>
                  <a:lnTo>
                    <a:pt x="288163" y="25400"/>
                  </a:lnTo>
                  <a:cubicBezTo>
                    <a:pt x="143002" y="25400"/>
                    <a:pt x="25400" y="142621"/>
                    <a:pt x="25400" y="287020"/>
                  </a:cubicBezTo>
                  <a:close/>
                </a:path>
              </a:pathLst>
            </a:custGeom>
            <a:solidFill>
              <a:srgbClr val="E4DDF5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5746770" y="7319010"/>
            <a:ext cx="1184910" cy="1184910"/>
            <a:chOff x="0" y="0"/>
            <a:chExt cx="1579880" cy="15798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2700" y="1270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EFEAFB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579880" cy="1579880"/>
            </a:xfrm>
            <a:custGeom>
              <a:avLst/>
              <a:gdLst/>
              <a:ahLst/>
              <a:cxnLst/>
              <a:rect r="r" b="b" t="t" l="l"/>
              <a:pathLst>
                <a:path h="1579880" w="1579880">
                  <a:moveTo>
                    <a:pt x="0" y="789940"/>
                  </a:moveTo>
                  <a:cubicBezTo>
                    <a:pt x="0" y="353695"/>
                    <a:pt x="353695" y="0"/>
                    <a:pt x="789940" y="0"/>
                  </a:cubicBezTo>
                  <a:lnTo>
                    <a:pt x="789940" y="12700"/>
                  </a:lnTo>
                  <a:lnTo>
                    <a:pt x="789940" y="0"/>
                  </a:lnTo>
                  <a:cubicBezTo>
                    <a:pt x="1226185" y="0"/>
                    <a:pt x="1579880" y="353695"/>
                    <a:pt x="1579880" y="789940"/>
                  </a:cubicBezTo>
                  <a:cubicBezTo>
                    <a:pt x="1579880" y="1226185"/>
                    <a:pt x="1226185" y="1579880"/>
                    <a:pt x="789940" y="1579880"/>
                  </a:cubicBezTo>
                  <a:lnTo>
                    <a:pt x="789940" y="1567180"/>
                  </a:lnTo>
                  <a:lnTo>
                    <a:pt x="789940" y="1579880"/>
                  </a:lnTo>
                  <a:cubicBezTo>
                    <a:pt x="353695" y="1579880"/>
                    <a:pt x="0" y="1226185"/>
                    <a:pt x="0" y="789940"/>
                  </a:cubicBezTo>
                  <a:lnTo>
                    <a:pt x="12700" y="789940"/>
                  </a:lnTo>
                  <a:lnTo>
                    <a:pt x="23495" y="796671"/>
                  </a:lnTo>
                  <a:cubicBezTo>
                    <a:pt x="20447" y="801497"/>
                    <a:pt x="14605" y="803656"/>
                    <a:pt x="9271" y="802132"/>
                  </a:cubicBezTo>
                  <a:cubicBezTo>
                    <a:pt x="3937" y="800608"/>
                    <a:pt x="0" y="795655"/>
                    <a:pt x="0" y="789940"/>
                  </a:cubicBezTo>
                  <a:moveTo>
                    <a:pt x="25400" y="789940"/>
                  </a:moveTo>
                  <a:lnTo>
                    <a:pt x="12700" y="789940"/>
                  </a:lnTo>
                  <a:lnTo>
                    <a:pt x="1905" y="783209"/>
                  </a:lnTo>
                  <a:cubicBezTo>
                    <a:pt x="4953" y="778383"/>
                    <a:pt x="10795" y="776224"/>
                    <a:pt x="16129" y="777748"/>
                  </a:cubicBezTo>
                  <a:cubicBezTo>
                    <a:pt x="21463" y="779272"/>
                    <a:pt x="25273" y="784352"/>
                    <a:pt x="25273" y="789940"/>
                  </a:cubicBezTo>
                  <a:cubicBezTo>
                    <a:pt x="25273" y="1212215"/>
                    <a:pt x="367538" y="1554480"/>
                    <a:pt x="789813" y="1554480"/>
                  </a:cubicBezTo>
                  <a:cubicBezTo>
                    <a:pt x="1212088" y="1554480"/>
                    <a:pt x="1554353" y="1212215"/>
                    <a:pt x="1554353" y="789940"/>
                  </a:cubicBezTo>
                  <a:lnTo>
                    <a:pt x="1567053" y="789940"/>
                  </a:lnTo>
                  <a:lnTo>
                    <a:pt x="1554353" y="789940"/>
                  </a:lnTo>
                  <a:cubicBezTo>
                    <a:pt x="1554480" y="367665"/>
                    <a:pt x="1212215" y="25400"/>
                    <a:pt x="789940" y="25400"/>
                  </a:cubicBezTo>
                  <a:lnTo>
                    <a:pt x="789940" y="12700"/>
                  </a:lnTo>
                  <a:lnTo>
                    <a:pt x="789940" y="25400"/>
                  </a:lnTo>
                  <a:cubicBezTo>
                    <a:pt x="367665" y="25400"/>
                    <a:pt x="25400" y="367665"/>
                    <a:pt x="25400" y="789940"/>
                  </a:cubicBezTo>
                  <a:close/>
                </a:path>
              </a:pathLst>
            </a:custGeom>
            <a:solidFill>
              <a:srgbClr val="EFEAFB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6058047" y="7630287"/>
            <a:ext cx="548640" cy="548640"/>
            <a:chOff x="0" y="0"/>
            <a:chExt cx="731520" cy="731520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196475" y="7328535"/>
            <a:ext cx="5966460" cy="685800"/>
            <a:chOff x="0" y="0"/>
            <a:chExt cx="7955280" cy="914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955280" cy="914400"/>
            </a:xfrm>
            <a:custGeom>
              <a:avLst/>
              <a:gdLst/>
              <a:ahLst/>
              <a:cxnLst/>
              <a:rect r="r" b="b" t="t" l="l"/>
              <a:pathLst>
                <a:path h="91440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519" r="0" b="-11951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795528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F11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Conformidade LGPD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196475" y="8082915"/>
            <a:ext cx="5966460" cy="1508760"/>
            <a:chOff x="0" y="0"/>
            <a:chExt cx="7955280" cy="20116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9552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54" r="0" b="-2705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7955280" cy="2059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B5B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Seguimos rigorosamente a Lei Geral de Proteção de Dados e padrões internacionais!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6915943" y="9464040"/>
            <a:ext cx="822960" cy="548640"/>
            <a:chOff x="0" y="0"/>
            <a:chExt cx="109728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097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6B5B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6459200" cy="1234440"/>
            <a:chOff x="0" y="0"/>
            <a:chExt cx="2194560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769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3B23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Confira nossos planos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5830" y="1666875"/>
            <a:ext cx="16459200" cy="548640"/>
            <a:chOff x="0" y="0"/>
            <a:chExt cx="219456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56335" y="2733675"/>
            <a:ext cx="5299710" cy="6671310"/>
            <a:chOff x="0" y="0"/>
            <a:chExt cx="7066280" cy="8895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0" y="12700"/>
              <a:ext cx="7040880" cy="8869680"/>
            </a:xfrm>
            <a:custGeom>
              <a:avLst/>
              <a:gdLst/>
              <a:ahLst/>
              <a:cxnLst/>
              <a:rect r="r" b="b" t="t" l="l"/>
              <a:pathLst>
                <a:path h="8869680" w="7040880">
                  <a:moveTo>
                    <a:pt x="0" y="329438"/>
                  </a:moveTo>
                  <a:cubicBezTo>
                    <a:pt x="0" y="147447"/>
                    <a:pt x="147320" y="0"/>
                    <a:pt x="329184" y="0"/>
                  </a:cubicBezTo>
                  <a:lnTo>
                    <a:pt x="6711696" y="0"/>
                  </a:lnTo>
                  <a:cubicBezTo>
                    <a:pt x="6893560" y="0"/>
                    <a:pt x="7040880" y="147447"/>
                    <a:pt x="7040880" y="329438"/>
                  </a:cubicBezTo>
                  <a:lnTo>
                    <a:pt x="7040880" y="8540242"/>
                  </a:lnTo>
                  <a:cubicBezTo>
                    <a:pt x="7040880" y="8722106"/>
                    <a:pt x="6893561" y="8869680"/>
                    <a:pt x="6711697" y="8869680"/>
                  </a:cubicBezTo>
                  <a:lnTo>
                    <a:pt x="329184" y="8869680"/>
                  </a:lnTo>
                  <a:cubicBezTo>
                    <a:pt x="147320" y="8869680"/>
                    <a:pt x="0" y="8722233"/>
                    <a:pt x="0" y="854024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66280" cy="8895080"/>
            </a:xfrm>
            <a:custGeom>
              <a:avLst/>
              <a:gdLst/>
              <a:ahLst/>
              <a:cxnLst/>
              <a:rect r="r" b="b" t="t" l="l"/>
              <a:pathLst>
                <a:path h="8895080" w="7066280">
                  <a:moveTo>
                    <a:pt x="0" y="342138"/>
                  </a:moveTo>
                  <a:cubicBezTo>
                    <a:pt x="0" y="153162"/>
                    <a:pt x="153035" y="0"/>
                    <a:pt x="341884" y="0"/>
                  </a:cubicBezTo>
                  <a:lnTo>
                    <a:pt x="6724396" y="0"/>
                  </a:lnTo>
                  <a:lnTo>
                    <a:pt x="6724396" y="12700"/>
                  </a:lnTo>
                  <a:lnTo>
                    <a:pt x="6724396" y="0"/>
                  </a:lnTo>
                  <a:cubicBezTo>
                    <a:pt x="6913245" y="0"/>
                    <a:pt x="7066280" y="153162"/>
                    <a:pt x="7066280" y="342138"/>
                  </a:cubicBezTo>
                  <a:lnTo>
                    <a:pt x="7053580" y="342138"/>
                  </a:lnTo>
                  <a:lnTo>
                    <a:pt x="7066280" y="342138"/>
                  </a:lnTo>
                  <a:lnTo>
                    <a:pt x="7066280" y="8552942"/>
                  </a:lnTo>
                  <a:lnTo>
                    <a:pt x="7053580" y="8552942"/>
                  </a:lnTo>
                  <a:lnTo>
                    <a:pt x="7066280" y="8552942"/>
                  </a:lnTo>
                  <a:cubicBezTo>
                    <a:pt x="7066280" y="8741918"/>
                    <a:pt x="6913245" y="8895080"/>
                    <a:pt x="6724396" y="8895080"/>
                  </a:cubicBezTo>
                  <a:lnTo>
                    <a:pt x="6724396" y="8882380"/>
                  </a:lnTo>
                  <a:lnTo>
                    <a:pt x="6724396" y="8895080"/>
                  </a:lnTo>
                  <a:lnTo>
                    <a:pt x="341884" y="8895080"/>
                  </a:lnTo>
                  <a:lnTo>
                    <a:pt x="341884" y="8882380"/>
                  </a:lnTo>
                  <a:lnTo>
                    <a:pt x="341884" y="8895080"/>
                  </a:lnTo>
                  <a:cubicBezTo>
                    <a:pt x="153035" y="8895080"/>
                    <a:pt x="0" y="8741918"/>
                    <a:pt x="0" y="8552942"/>
                  </a:cubicBezTo>
                  <a:lnTo>
                    <a:pt x="0" y="342138"/>
                  </a:lnTo>
                  <a:lnTo>
                    <a:pt x="12700" y="342138"/>
                  </a:lnTo>
                  <a:lnTo>
                    <a:pt x="0" y="342138"/>
                  </a:lnTo>
                  <a:moveTo>
                    <a:pt x="25400" y="342138"/>
                  </a:moveTo>
                  <a:lnTo>
                    <a:pt x="25400" y="8552942"/>
                  </a:lnTo>
                  <a:lnTo>
                    <a:pt x="12700" y="8552942"/>
                  </a:lnTo>
                  <a:lnTo>
                    <a:pt x="25400" y="8552942"/>
                  </a:lnTo>
                  <a:cubicBezTo>
                    <a:pt x="25400" y="8727822"/>
                    <a:pt x="167132" y="8869680"/>
                    <a:pt x="341884" y="8869680"/>
                  </a:cubicBezTo>
                  <a:lnTo>
                    <a:pt x="6724396" y="8869680"/>
                  </a:lnTo>
                  <a:cubicBezTo>
                    <a:pt x="6899148" y="8869680"/>
                    <a:pt x="7040880" y="8727949"/>
                    <a:pt x="7040880" y="8552942"/>
                  </a:cubicBezTo>
                  <a:lnTo>
                    <a:pt x="7040880" y="342138"/>
                  </a:lnTo>
                  <a:cubicBezTo>
                    <a:pt x="7040880" y="167132"/>
                    <a:pt x="6899148" y="25400"/>
                    <a:pt x="6724396" y="25400"/>
                  </a:cubicBezTo>
                  <a:lnTo>
                    <a:pt x="341884" y="25400"/>
                  </a:lnTo>
                  <a:lnTo>
                    <a:pt x="341884" y="12700"/>
                  </a:lnTo>
                  <a:lnTo>
                    <a:pt x="341884" y="25400"/>
                  </a:lnTo>
                  <a:cubicBezTo>
                    <a:pt x="167132" y="25400"/>
                    <a:pt x="25400" y="167132"/>
                    <a:pt x="25400" y="342138"/>
                  </a:cubicBezTo>
                  <a:close/>
                </a:path>
              </a:pathLst>
            </a:custGeom>
            <a:solidFill>
              <a:srgbClr val="E4DDF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248025" y="3213735"/>
            <a:ext cx="1116330" cy="1116330"/>
            <a:chOff x="0" y="0"/>
            <a:chExt cx="1488440" cy="1488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2700" y="1270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EFEAF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88440" cy="1488440"/>
            </a:xfrm>
            <a:custGeom>
              <a:avLst/>
              <a:gdLst/>
              <a:ahLst/>
              <a:cxnLst/>
              <a:rect r="r" b="b" t="t" l="l"/>
              <a:pathLst>
                <a:path h="1488440" w="1488440">
                  <a:moveTo>
                    <a:pt x="0" y="744220"/>
                  </a:moveTo>
                  <a:cubicBezTo>
                    <a:pt x="0" y="333248"/>
                    <a:pt x="333248" y="0"/>
                    <a:pt x="744220" y="0"/>
                  </a:cubicBezTo>
                  <a:lnTo>
                    <a:pt x="744220" y="12700"/>
                  </a:lnTo>
                  <a:lnTo>
                    <a:pt x="744220" y="0"/>
                  </a:lnTo>
                  <a:cubicBezTo>
                    <a:pt x="1155192" y="0"/>
                    <a:pt x="1488440" y="333248"/>
                    <a:pt x="1488440" y="744220"/>
                  </a:cubicBezTo>
                  <a:lnTo>
                    <a:pt x="1475740" y="744220"/>
                  </a:lnTo>
                  <a:lnTo>
                    <a:pt x="1488440" y="744220"/>
                  </a:lnTo>
                  <a:cubicBezTo>
                    <a:pt x="1488440" y="1155192"/>
                    <a:pt x="1155192" y="1488440"/>
                    <a:pt x="744220" y="1488440"/>
                  </a:cubicBezTo>
                  <a:lnTo>
                    <a:pt x="744220" y="1475740"/>
                  </a:lnTo>
                  <a:lnTo>
                    <a:pt x="744220" y="1488440"/>
                  </a:lnTo>
                  <a:cubicBezTo>
                    <a:pt x="333248" y="1488440"/>
                    <a:pt x="0" y="1155192"/>
                    <a:pt x="0" y="744220"/>
                  </a:cubicBezTo>
                  <a:lnTo>
                    <a:pt x="12700" y="744220"/>
                  </a:lnTo>
                  <a:lnTo>
                    <a:pt x="25400" y="744220"/>
                  </a:lnTo>
                  <a:lnTo>
                    <a:pt x="12700" y="744220"/>
                  </a:lnTo>
                  <a:lnTo>
                    <a:pt x="0" y="744220"/>
                  </a:lnTo>
                  <a:moveTo>
                    <a:pt x="25400" y="744220"/>
                  </a:moveTo>
                  <a:cubicBezTo>
                    <a:pt x="25400" y="751205"/>
                    <a:pt x="19685" y="756920"/>
                    <a:pt x="12700" y="756920"/>
                  </a:cubicBezTo>
                  <a:cubicBezTo>
                    <a:pt x="5715" y="756920"/>
                    <a:pt x="0" y="751205"/>
                    <a:pt x="0" y="744220"/>
                  </a:cubicBezTo>
                  <a:cubicBezTo>
                    <a:pt x="0" y="737235"/>
                    <a:pt x="5715" y="731520"/>
                    <a:pt x="12700" y="731520"/>
                  </a:cubicBezTo>
                  <a:cubicBezTo>
                    <a:pt x="19685" y="731520"/>
                    <a:pt x="25400" y="737235"/>
                    <a:pt x="25400" y="744220"/>
                  </a:cubicBezTo>
                  <a:cubicBezTo>
                    <a:pt x="25400" y="1141222"/>
                    <a:pt x="347218" y="1463040"/>
                    <a:pt x="744220" y="1463040"/>
                  </a:cubicBezTo>
                  <a:cubicBezTo>
                    <a:pt x="1141222" y="1463040"/>
                    <a:pt x="1463040" y="1141222"/>
                    <a:pt x="1463040" y="744220"/>
                  </a:cubicBezTo>
                  <a:cubicBezTo>
                    <a:pt x="1463040" y="347218"/>
                    <a:pt x="1141222" y="25400"/>
                    <a:pt x="744220" y="25400"/>
                  </a:cubicBezTo>
                  <a:lnTo>
                    <a:pt x="744220" y="12700"/>
                  </a:lnTo>
                  <a:lnTo>
                    <a:pt x="744220" y="25400"/>
                  </a:lnTo>
                  <a:cubicBezTo>
                    <a:pt x="347218" y="25400"/>
                    <a:pt x="25400" y="347218"/>
                    <a:pt x="25400" y="744220"/>
                  </a:cubicBezTo>
                  <a:close/>
                </a:path>
              </a:pathLst>
            </a:custGeom>
            <a:solidFill>
              <a:srgbClr val="EFEAF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531870" y="3497580"/>
            <a:ext cx="548640" cy="548640"/>
            <a:chOff x="0" y="0"/>
            <a:chExt cx="731520" cy="73152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65860" y="4457700"/>
            <a:ext cx="5280660" cy="685800"/>
            <a:chOff x="0" y="0"/>
            <a:chExt cx="7040880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40880" cy="914400"/>
            </a:xfrm>
            <a:custGeom>
              <a:avLst/>
              <a:gdLst/>
              <a:ahLst/>
              <a:cxnLst/>
              <a:rect r="r" b="b" t="t" l="l"/>
              <a:pathLst>
                <a:path h="91440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034" r="0" b="-10003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704088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1F11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Semente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65860" y="5184648"/>
            <a:ext cx="5280660" cy="960120"/>
            <a:chOff x="0" y="0"/>
            <a:chExt cx="7040880" cy="12801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408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14300"/>
              <a:ext cx="7040880" cy="1394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Grátis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65860" y="6103620"/>
            <a:ext cx="5280660" cy="411480"/>
            <a:chOff x="0" y="0"/>
            <a:chExt cx="704088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40880" cy="548640"/>
            </a:xfrm>
            <a:custGeom>
              <a:avLst/>
              <a:gdLst/>
              <a:ahLst/>
              <a:cxnLst/>
              <a:rect r="r" b="b" t="t" l="l"/>
              <a:pathLst>
                <a:path h="54864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057" r="0" b="-20005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7040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 spc="-10">
                  <a:solidFill>
                    <a:srgbClr val="6B5BA0"/>
                  </a:solidFill>
                  <a:latin typeface="TT Rounds Condensed Italics"/>
                  <a:ea typeface="TT Rounds Condensed Italics"/>
                  <a:cs typeface="TT Rounds Condensed Italics"/>
                  <a:sym typeface="TT Rounds Condensed Italics"/>
                </a:rPr>
                <a:t>para sempre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842135" y="6642735"/>
            <a:ext cx="3928110" cy="19050"/>
            <a:chOff x="0" y="0"/>
            <a:chExt cx="5237480" cy="25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2700" y="0"/>
              <a:ext cx="5212080" cy="25400"/>
            </a:xfrm>
            <a:custGeom>
              <a:avLst/>
              <a:gdLst/>
              <a:ahLst/>
              <a:cxnLst/>
              <a:rect r="r" b="b" t="t" l="l"/>
              <a:pathLst>
                <a:path h="2540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4DDF5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645920" y="6858000"/>
            <a:ext cx="4320540" cy="1714500"/>
            <a:chOff x="0" y="0"/>
            <a:chExt cx="5760720" cy="2286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760720" cy="2286000"/>
            </a:xfrm>
            <a:custGeom>
              <a:avLst/>
              <a:gdLst/>
              <a:ahLst/>
              <a:cxnLst/>
              <a:rect r="r" b="b" t="t" l="l"/>
              <a:pathLst>
                <a:path h="228600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4" t="0" r="-914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5760720" cy="2324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F11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Diário + check-in de humor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F11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40 mensagens/dia com a IA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F11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Gráficos básicos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F11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Acesso à comunidade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779895" y="2527935"/>
            <a:ext cx="5299710" cy="7082790"/>
            <a:chOff x="0" y="0"/>
            <a:chExt cx="7066280" cy="94437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2700" y="12700"/>
              <a:ext cx="7040880" cy="9418320"/>
            </a:xfrm>
            <a:custGeom>
              <a:avLst/>
              <a:gdLst/>
              <a:ahLst/>
              <a:cxnLst/>
              <a:rect r="r" b="b" t="t" l="l"/>
              <a:pathLst>
                <a:path h="9418320" w="7040880">
                  <a:moveTo>
                    <a:pt x="0" y="329438"/>
                  </a:moveTo>
                  <a:cubicBezTo>
                    <a:pt x="0" y="147447"/>
                    <a:pt x="147320" y="0"/>
                    <a:pt x="329184" y="0"/>
                  </a:cubicBezTo>
                  <a:lnTo>
                    <a:pt x="6711696" y="0"/>
                  </a:lnTo>
                  <a:cubicBezTo>
                    <a:pt x="6893560" y="0"/>
                    <a:pt x="7040880" y="147447"/>
                    <a:pt x="7040880" y="329438"/>
                  </a:cubicBezTo>
                  <a:lnTo>
                    <a:pt x="7040880" y="9088882"/>
                  </a:lnTo>
                  <a:cubicBezTo>
                    <a:pt x="7040880" y="9270873"/>
                    <a:pt x="6893561" y="9418320"/>
                    <a:pt x="6711697" y="9418320"/>
                  </a:cubicBezTo>
                  <a:lnTo>
                    <a:pt x="329184" y="9418320"/>
                  </a:lnTo>
                  <a:cubicBezTo>
                    <a:pt x="147320" y="9418320"/>
                    <a:pt x="0" y="9270873"/>
                    <a:pt x="0" y="9088882"/>
                  </a:cubicBezTo>
                  <a:close/>
                </a:path>
              </a:pathLst>
            </a:custGeom>
            <a:solidFill>
              <a:srgbClr val="7A66D1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066280" cy="9443720"/>
            </a:xfrm>
            <a:custGeom>
              <a:avLst/>
              <a:gdLst/>
              <a:ahLst/>
              <a:cxnLst/>
              <a:rect r="r" b="b" t="t" l="l"/>
              <a:pathLst>
                <a:path h="9443720" w="7066280">
                  <a:moveTo>
                    <a:pt x="0" y="342138"/>
                  </a:moveTo>
                  <a:cubicBezTo>
                    <a:pt x="0" y="153162"/>
                    <a:pt x="153035" y="0"/>
                    <a:pt x="341884" y="0"/>
                  </a:cubicBezTo>
                  <a:lnTo>
                    <a:pt x="6724396" y="0"/>
                  </a:lnTo>
                  <a:lnTo>
                    <a:pt x="6724396" y="12700"/>
                  </a:lnTo>
                  <a:lnTo>
                    <a:pt x="6724396" y="0"/>
                  </a:lnTo>
                  <a:cubicBezTo>
                    <a:pt x="6913245" y="0"/>
                    <a:pt x="7066280" y="153162"/>
                    <a:pt x="7066280" y="342138"/>
                  </a:cubicBezTo>
                  <a:lnTo>
                    <a:pt x="7053580" y="342138"/>
                  </a:lnTo>
                  <a:lnTo>
                    <a:pt x="7066280" y="342138"/>
                  </a:lnTo>
                  <a:lnTo>
                    <a:pt x="7066280" y="9101582"/>
                  </a:lnTo>
                  <a:lnTo>
                    <a:pt x="7053580" y="9101582"/>
                  </a:lnTo>
                  <a:lnTo>
                    <a:pt x="7066280" y="9101582"/>
                  </a:lnTo>
                  <a:cubicBezTo>
                    <a:pt x="7066280" y="9290558"/>
                    <a:pt x="6913245" y="9443720"/>
                    <a:pt x="6724396" y="9443720"/>
                  </a:cubicBezTo>
                  <a:lnTo>
                    <a:pt x="6724396" y="9431020"/>
                  </a:lnTo>
                  <a:lnTo>
                    <a:pt x="6724396" y="9443720"/>
                  </a:lnTo>
                  <a:lnTo>
                    <a:pt x="341884" y="9443720"/>
                  </a:lnTo>
                  <a:lnTo>
                    <a:pt x="341884" y="9431020"/>
                  </a:lnTo>
                  <a:lnTo>
                    <a:pt x="341884" y="9443720"/>
                  </a:lnTo>
                  <a:cubicBezTo>
                    <a:pt x="153035" y="9443720"/>
                    <a:pt x="0" y="9290558"/>
                    <a:pt x="0" y="9101582"/>
                  </a:cubicBezTo>
                  <a:lnTo>
                    <a:pt x="0" y="342138"/>
                  </a:lnTo>
                  <a:lnTo>
                    <a:pt x="12700" y="342138"/>
                  </a:lnTo>
                  <a:lnTo>
                    <a:pt x="0" y="342138"/>
                  </a:lnTo>
                  <a:moveTo>
                    <a:pt x="25400" y="342138"/>
                  </a:moveTo>
                  <a:lnTo>
                    <a:pt x="25400" y="9101582"/>
                  </a:lnTo>
                  <a:lnTo>
                    <a:pt x="12700" y="9101582"/>
                  </a:lnTo>
                  <a:lnTo>
                    <a:pt x="25400" y="9101582"/>
                  </a:lnTo>
                  <a:cubicBezTo>
                    <a:pt x="25400" y="9276588"/>
                    <a:pt x="167132" y="9418320"/>
                    <a:pt x="341884" y="9418320"/>
                  </a:cubicBezTo>
                  <a:lnTo>
                    <a:pt x="6724396" y="9418320"/>
                  </a:lnTo>
                  <a:cubicBezTo>
                    <a:pt x="6899148" y="9418320"/>
                    <a:pt x="7040880" y="9276461"/>
                    <a:pt x="7040880" y="9101582"/>
                  </a:cubicBezTo>
                  <a:lnTo>
                    <a:pt x="7040880" y="342138"/>
                  </a:lnTo>
                  <a:cubicBezTo>
                    <a:pt x="7040880" y="167259"/>
                    <a:pt x="6899148" y="25400"/>
                    <a:pt x="6724396" y="25400"/>
                  </a:cubicBezTo>
                  <a:lnTo>
                    <a:pt x="341884" y="25400"/>
                  </a:lnTo>
                  <a:lnTo>
                    <a:pt x="341884" y="12700"/>
                  </a:lnTo>
                  <a:lnTo>
                    <a:pt x="341884" y="25400"/>
                  </a:lnTo>
                  <a:cubicBezTo>
                    <a:pt x="167132" y="25400"/>
                    <a:pt x="25400" y="167259"/>
                    <a:pt x="25400" y="342138"/>
                  </a:cubicBezTo>
                  <a:close/>
                </a:path>
              </a:pathLst>
            </a:custGeom>
            <a:solidFill>
              <a:srgbClr val="5B3FD9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185785" y="2253615"/>
            <a:ext cx="2487930" cy="567690"/>
            <a:chOff x="0" y="0"/>
            <a:chExt cx="3317240" cy="7569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2700" y="1270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365760"/>
                  </a:moveTo>
                  <a:cubicBezTo>
                    <a:pt x="0" y="163703"/>
                    <a:pt x="168148" y="0"/>
                    <a:pt x="375539" y="0"/>
                  </a:cubicBezTo>
                  <a:lnTo>
                    <a:pt x="2916301" y="0"/>
                  </a:lnTo>
                  <a:cubicBezTo>
                    <a:pt x="3123692" y="0"/>
                    <a:pt x="3291840" y="163703"/>
                    <a:pt x="3291840" y="365760"/>
                  </a:cubicBezTo>
                  <a:cubicBezTo>
                    <a:pt x="3291840" y="567817"/>
                    <a:pt x="3123692" y="731520"/>
                    <a:pt x="2916301" y="731520"/>
                  </a:cubicBezTo>
                  <a:lnTo>
                    <a:pt x="375539" y="731520"/>
                  </a:lnTo>
                  <a:cubicBezTo>
                    <a:pt x="168148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472B6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317240" cy="756920"/>
            </a:xfrm>
            <a:custGeom>
              <a:avLst/>
              <a:gdLst/>
              <a:ahLst/>
              <a:cxnLst/>
              <a:rect r="r" b="b" t="t" l="l"/>
              <a:pathLst>
                <a:path h="756920" w="3317240">
                  <a:moveTo>
                    <a:pt x="0" y="378460"/>
                  </a:moveTo>
                  <a:cubicBezTo>
                    <a:pt x="0" y="169164"/>
                    <a:pt x="174117" y="0"/>
                    <a:pt x="388239" y="0"/>
                  </a:cubicBezTo>
                  <a:lnTo>
                    <a:pt x="2929001" y="0"/>
                  </a:lnTo>
                  <a:lnTo>
                    <a:pt x="2929001" y="12700"/>
                  </a:lnTo>
                  <a:lnTo>
                    <a:pt x="2929001" y="0"/>
                  </a:lnTo>
                  <a:cubicBezTo>
                    <a:pt x="3143123" y="0"/>
                    <a:pt x="3317240" y="169164"/>
                    <a:pt x="3317240" y="378460"/>
                  </a:cubicBezTo>
                  <a:lnTo>
                    <a:pt x="3304540" y="378460"/>
                  </a:lnTo>
                  <a:lnTo>
                    <a:pt x="3317240" y="378460"/>
                  </a:lnTo>
                  <a:lnTo>
                    <a:pt x="3304540" y="378460"/>
                  </a:lnTo>
                  <a:lnTo>
                    <a:pt x="3317240" y="378460"/>
                  </a:lnTo>
                  <a:cubicBezTo>
                    <a:pt x="3317240" y="587756"/>
                    <a:pt x="3143123" y="756920"/>
                    <a:pt x="2929001" y="756920"/>
                  </a:cubicBezTo>
                  <a:lnTo>
                    <a:pt x="2929001" y="744220"/>
                  </a:lnTo>
                  <a:lnTo>
                    <a:pt x="2929001" y="756920"/>
                  </a:lnTo>
                  <a:lnTo>
                    <a:pt x="388239" y="756920"/>
                  </a:lnTo>
                  <a:lnTo>
                    <a:pt x="388239" y="744220"/>
                  </a:lnTo>
                  <a:lnTo>
                    <a:pt x="388239" y="756920"/>
                  </a:lnTo>
                  <a:cubicBezTo>
                    <a:pt x="174117" y="756920"/>
                    <a:pt x="0" y="587756"/>
                    <a:pt x="0" y="378460"/>
                  </a:cubicBezTo>
                  <a:lnTo>
                    <a:pt x="12700" y="378460"/>
                  </a:lnTo>
                  <a:lnTo>
                    <a:pt x="0" y="378460"/>
                  </a:lnTo>
                  <a:moveTo>
                    <a:pt x="25400" y="378460"/>
                  </a:moveTo>
                  <a:lnTo>
                    <a:pt x="12700" y="378460"/>
                  </a:lnTo>
                  <a:lnTo>
                    <a:pt x="25400" y="378460"/>
                  </a:lnTo>
                  <a:cubicBezTo>
                    <a:pt x="25400" y="573151"/>
                    <a:pt x="187579" y="731520"/>
                    <a:pt x="388239" y="731520"/>
                  </a:cubicBezTo>
                  <a:lnTo>
                    <a:pt x="2929001" y="731520"/>
                  </a:lnTo>
                  <a:cubicBezTo>
                    <a:pt x="3129661" y="731520"/>
                    <a:pt x="3291840" y="573151"/>
                    <a:pt x="3291840" y="378460"/>
                  </a:cubicBezTo>
                  <a:cubicBezTo>
                    <a:pt x="3291840" y="183769"/>
                    <a:pt x="3129661" y="25400"/>
                    <a:pt x="2929001" y="25400"/>
                  </a:cubicBezTo>
                  <a:lnTo>
                    <a:pt x="388239" y="25400"/>
                  </a:lnTo>
                  <a:lnTo>
                    <a:pt x="388239" y="12700"/>
                  </a:lnTo>
                  <a:lnTo>
                    <a:pt x="388239" y="25400"/>
                  </a:lnTo>
                  <a:cubicBezTo>
                    <a:pt x="187579" y="25400"/>
                    <a:pt x="25400" y="183769"/>
                    <a:pt x="25400" y="378460"/>
                  </a:cubicBezTo>
                  <a:close/>
                </a:path>
              </a:pathLst>
            </a:custGeom>
            <a:solidFill>
              <a:srgbClr val="F472B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195310" y="2263140"/>
            <a:ext cx="2468880" cy="548640"/>
            <a:chOff x="0" y="0"/>
            <a:chExt cx="329184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3291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 spc="1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MAIS POPULAR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871585" y="3007995"/>
            <a:ext cx="1116330" cy="1116330"/>
            <a:chOff x="0" y="0"/>
            <a:chExt cx="1488440" cy="1488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2700" y="1270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3B238F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88440" cy="1488440"/>
            </a:xfrm>
            <a:custGeom>
              <a:avLst/>
              <a:gdLst/>
              <a:ahLst/>
              <a:cxnLst/>
              <a:rect r="r" b="b" t="t" l="l"/>
              <a:pathLst>
                <a:path h="1488440" w="1488440">
                  <a:moveTo>
                    <a:pt x="0" y="744220"/>
                  </a:moveTo>
                  <a:cubicBezTo>
                    <a:pt x="0" y="333248"/>
                    <a:pt x="333248" y="0"/>
                    <a:pt x="744220" y="0"/>
                  </a:cubicBezTo>
                  <a:lnTo>
                    <a:pt x="744220" y="12700"/>
                  </a:lnTo>
                  <a:lnTo>
                    <a:pt x="744220" y="0"/>
                  </a:lnTo>
                  <a:cubicBezTo>
                    <a:pt x="1155192" y="0"/>
                    <a:pt x="1488440" y="333248"/>
                    <a:pt x="1488440" y="744220"/>
                  </a:cubicBezTo>
                  <a:lnTo>
                    <a:pt x="1475740" y="744220"/>
                  </a:lnTo>
                  <a:lnTo>
                    <a:pt x="1488440" y="744220"/>
                  </a:lnTo>
                  <a:cubicBezTo>
                    <a:pt x="1488440" y="1155192"/>
                    <a:pt x="1155192" y="1488440"/>
                    <a:pt x="744220" y="1488440"/>
                  </a:cubicBezTo>
                  <a:lnTo>
                    <a:pt x="744220" y="1475740"/>
                  </a:lnTo>
                  <a:lnTo>
                    <a:pt x="744220" y="1488440"/>
                  </a:lnTo>
                  <a:cubicBezTo>
                    <a:pt x="333248" y="1488440"/>
                    <a:pt x="0" y="1155192"/>
                    <a:pt x="0" y="744220"/>
                  </a:cubicBezTo>
                  <a:lnTo>
                    <a:pt x="12700" y="744220"/>
                  </a:lnTo>
                  <a:lnTo>
                    <a:pt x="25400" y="744220"/>
                  </a:lnTo>
                  <a:lnTo>
                    <a:pt x="12700" y="744220"/>
                  </a:lnTo>
                  <a:lnTo>
                    <a:pt x="0" y="744220"/>
                  </a:lnTo>
                  <a:moveTo>
                    <a:pt x="25400" y="744220"/>
                  </a:moveTo>
                  <a:cubicBezTo>
                    <a:pt x="25400" y="751205"/>
                    <a:pt x="19685" y="756920"/>
                    <a:pt x="12700" y="756920"/>
                  </a:cubicBezTo>
                  <a:cubicBezTo>
                    <a:pt x="5715" y="756920"/>
                    <a:pt x="0" y="751205"/>
                    <a:pt x="0" y="744220"/>
                  </a:cubicBezTo>
                  <a:cubicBezTo>
                    <a:pt x="0" y="737235"/>
                    <a:pt x="5715" y="731520"/>
                    <a:pt x="12700" y="731520"/>
                  </a:cubicBezTo>
                  <a:cubicBezTo>
                    <a:pt x="19685" y="731520"/>
                    <a:pt x="25400" y="737235"/>
                    <a:pt x="25400" y="744220"/>
                  </a:cubicBezTo>
                  <a:cubicBezTo>
                    <a:pt x="25400" y="1141222"/>
                    <a:pt x="347218" y="1463040"/>
                    <a:pt x="744220" y="1463040"/>
                  </a:cubicBezTo>
                  <a:cubicBezTo>
                    <a:pt x="1141222" y="1463040"/>
                    <a:pt x="1463040" y="1141222"/>
                    <a:pt x="1463040" y="744220"/>
                  </a:cubicBezTo>
                  <a:cubicBezTo>
                    <a:pt x="1463040" y="347218"/>
                    <a:pt x="1141222" y="25400"/>
                    <a:pt x="744220" y="25400"/>
                  </a:cubicBezTo>
                  <a:lnTo>
                    <a:pt x="744220" y="12700"/>
                  </a:lnTo>
                  <a:lnTo>
                    <a:pt x="744220" y="25400"/>
                  </a:lnTo>
                  <a:cubicBezTo>
                    <a:pt x="347218" y="25400"/>
                    <a:pt x="25400" y="347218"/>
                    <a:pt x="25400" y="744220"/>
                  </a:cubicBezTo>
                  <a:close/>
                </a:path>
              </a:pathLst>
            </a:custGeom>
            <a:solidFill>
              <a:srgbClr val="3B238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155430" y="3291840"/>
            <a:ext cx="548640" cy="548640"/>
            <a:chOff x="0" y="0"/>
            <a:chExt cx="731520" cy="731520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789420" y="4251960"/>
            <a:ext cx="5280660" cy="685800"/>
            <a:chOff x="0" y="0"/>
            <a:chExt cx="7040880" cy="914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040880" cy="914400"/>
            </a:xfrm>
            <a:custGeom>
              <a:avLst/>
              <a:gdLst/>
              <a:ahLst/>
              <a:cxnLst/>
              <a:rect r="r" b="b" t="t" l="l"/>
              <a:pathLst>
                <a:path h="91440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034" r="0" b="-10003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704088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Equilíbrio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789420" y="4978908"/>
            <a:ext cx="5280660" cy="960120"/>
            <a:chOff x="0" y="0"/>
            <a:chExt cx="7040880" cy="12801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0408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14300"/>
              <a:ext cx="7040880" cy="1394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R$ 19,90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789420" y="5897880"/>
            <a:ext cx="5280660" cy="411480"/>
            <a:chOff x="0" y="0"/>
            <a:chExt cx="7040880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040880" cy="548640"/>
            </a:xfrm>
            <a:custGeom>
              <a:avLst/>
              <a:gdLst/>
              <a:ahLst/>
              <a:cxnLst/>
              <a:rect r="r" b="b" t="t" l="l"/>
              <a:pathLst>
                <a:path h="54864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057" r="0" b="-20005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7040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 spc="-10">
                  <a:solidFill>
                    <a:srgbClr val="DDD4F7"/>
                  </a:solidFill>
                  <a:latin typeface="TT Rounds Condensed Italics"/>
                  <a:ea typeface="TT Rounds Condensed Italics"/>
                  <a:cs typeface="TT Rounds Condensed Italics"/>
                  <a:sym typeface="TT Rounds Condensed Italics"/>
                </a:rPr>
                <a:t>por mês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465695" y="6436995"/>
            <a:ext cx="3928110" cy="19050"/>
            <a:chOff x="0" y="0"/>
            <a:chExt cx="5237480" cy="254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2700" y="0"/>
              <a:ext cx="5212080" cy="25400"/>
            </a:xfrm>
            <a:custGeom>
              <a:avLst/>
              <a:gdLst/>
              <a:ahLst/>
              <a:cxnLst/>
              <a:rect r="r" b="b" t="t" l="l"/>
              <a:pathLst>
                <a:path h="2540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A75E8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7269480" y="6652260"/>
            <a:ext cx="4320540" cy="2125980"/>
            <a:chOff x="0" y="0"/>
            <a:chExt cx="5760720" cy="2834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760720" cy="2834640"/>
            </a:xfrm>
            <a:custGeom>
              <a:avLst/>
              <a:gdLst/>
              <a:ahLst/>
              <a:cxnLst/>
              <a:rect r="r" b="b" t="t" l="l"/>
              <a:pathLst>
                <a:path h="283464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133" t="0" r="-13133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5760720" cy="2872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Chat com IA ilimitado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4 personas de IA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Insights avançados + detecção de burnout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Exportar diário em PDF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403455" y="2733675"/>
            <a:ext cx="5299710" cy="6671310"/>
            <a:chOff x="0" y="0"/>
            <a:chExt cx="7066280" cy="88950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2700" y="12700"/>
              <a:ext cx="7040880" cy="8869680"/>
            </a:xfrm>
            <a:custGeom>
              <a:avLst/>
              <a:gdLst/>
              <a:ahLst/>
              <a:cxnLst/>
              <a:rect r="r" b="b" t="t" l="l"/>
              <a:pathLst>
                <a:path h="8869680" w="7040880">
                  <a:moveTo>
                    <a:pt x="0" y="329438"/>
                  </a:moveTo>
                  <a:cubicBezTo>
                    <a:pt x="0" y="147447"/>
                    <a:pt x="147320" y="0"/>
                    <a:pt x="329184" y="0"/>
                  </a:cubicBezTo>
                  <a:lnTo>
                    <a:pt x="6711696" y="0"/>
                  </a:lnTo>
                  <a:cubicBezTo>
                    <a:pt x="6893560" y="0"/>
                    <a:pt x="7040880" y="147447"/>
                    <a:pt x="7040880" y="329438"/>
                  </a:cubicBezTo>
                  <a:lnTo>
                    <a:pt x="7040880" y="8540242"/>
                  </a:lnTo>
                  <a:cubicBezTo>
                    <a:pt x="7040880" y="8722106"/>
                    <a:pt x="6893561" y="8869680"/>
                    <a:pt x="6711697" y="8869680"/>
                  </a:cubicBezTo>
                  <a:lnTo>
                    <a:pt x="329184" y="8869680"/>
                  </a:lnTo>
                  <a:cubicBezTo>
                    <a:pt x="147320" y="8869680"/>
                    <a:pt x="0" y="8722233"/>
                    <a:pt x="0" y="854024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066280" cy="8895080"/>
            </a:xfrm>
            <a:custGeom>
              <a:avLst/>
              <a:gdLst/>
              <a:ahLst/>
              <a:cxnLst/>
              <a:rect r="r" b="b" t="t" l="l"/>
              <a:pathLst>
                <a:path h="8895080" w="7066280">
                  <a:moveTo>
                    <a:pt x="0" y="342138"/>
                  </a:moveTo>
                  <a:cubicBezTo>
                    <a:pt x="0" y="153162"/>
                    <a:pt x="153035" y="0"/>
                    <a:pt x="341884" y="0"/>
                  </a:cubicBezTo>
                  <a:lnTo>
                    <a:pt x="6724396" y="0"/>
                  </a:lnTo>
                  <a:lnTo>
                    <a:pt x="6724396" y="12700"/>
                  </a:lnTo>
                  <a:lnTo>
                    <a:pt x="6724396" y="0"/>
                  </a:lnTo>
                  <a:cubicBezTo>
                    <a:pt x="6913245" y="0"/>
                    <a:pt x="7066280" y="153162"/>
                    <a:pt x="7066280" y="342138"/>
                  </a:cubicBezTo>
                  <a:lnTo>
                    <a:pt x="7053580" y="342138"/>
                  </a:lnTo>
                  <a:lnTo>
                    <a:pt x="7066280" y="342138"/>
                  </a:lnTo>
                  <a:lnTo>
                    <a:pt x="7066280" y="8552942"/>
                  </a:lnTo>
                  <a:lnTo>
                    <a:pt x="7053580" y="8552942"/>
                  </a:lnTo>
                  <a:lnTo>
                    <a:pt x="7066280" y="8552942"/>
                  </a:lnTo>
                  <a:cubicBezTo>
                    <a:pt x="7066280" y="8741918"/>
                    <a:pt x="6913245" y="8895080"/>
                    <a:pt x="6724396" y="8895080"/>
                  </a:cubicBezTo>
                  <a:lnTo>
                    <a:pt x="6724396" y="8882380"/>
                  </a:lnTo>
                  <a:lnTo>
                    <a:pt x="6724396" y="8895080"/>
                  </a:lnTo>
                  <a:lnTo>
                    <a:pt x="341884" y="8895080"/>
                  </a:lnTo>
                  <a:lnTo>
                    <a:pt x="341884" y="8882380"/>
                  </a:lnTo>
                  <a:lnTo>
                    <a:pt x="341884" y="8895080"/>
                  </a:lnTo>
                  <a:cubicBezTo>
                    <a:pt x="153035" y="8895080"/>
                    <a:pt x="0" y="8741918"/>
                    <a:pt x="0" y="8552942"/>
                  </a:cubicBezTo>
                  <a:lnTo>
                    <a:pt x="0" y="342138"/>
                  </a:lnTo>
                  <a:lnTo>
                    <a:pt x="12700" y="342138"/>
                  </a:lnTo>
                  <a:lnTo>
                    <a:pt x="0" y="342138"/>
                  </a:lnTo>
                  <a:moveTo>
                    <a:pt x="25400" y="342138"/>
                  </a:moveTo>
                  <a:lnTo>
                    <a:pt x="25400" y="8552942"/>
                  </a:lnTo>
                  <a:lnTo>
                    <a:pt x="12700" y="8552942"/>
                  </a:lnTo>
                  <a:lnTo>
                    <a:pt x="25400" y="8552942"/>
                  </a:lnTo>
                  <a:cubicBezTo>
                    <a:pt x="25400" y="8727822"/>
                    <a:pt x="167132" y="8869680"/>
                    <a:pt x="341884" y="8869680"/>
                  </a:cubicBezTo>
                  <a:lnTo>
                    <a:pt x="6724396" y="8869680"/>
                  </a:lnTo>
                  <a:cubicBezTo>
                    <a:pt x="6899148" y="8869680"/>
                    <a:pt x="7040880" y="8727949"/>
                    <a:pt x="7040880" y="8552942"/>
                  </a:cubicBezTo>
                  <a:lnTo>
                    <a:pt x="7040880" y="342138"/>
                  </a:lnTo>
                  <a:cubicBezTo>
                    <a:pt x="7040880" y="167132"/>
                    <a:pt x="6899148" y="25400"/>
                    <a:pt x="6724396" y="25400"/>
                  </a:cubicBezTo>
                  <a:lnTo>
                    <a:pt x="341884" y="25400"/>
                  </a:lnTo>
                  <a:lnTo>
                    <a:pt x="341884" y="12700"/>
                  </a:lnTo>
                  <a:lnTo>
                    <a:pt x="341884" y="25400"/>
                  </a:lnTo>
                  <a:cubicBezTo>
                    <a:pt x="167132" y="25400"/>
                    <a:pt x="25400" y="167132"/>
                    <a:pt x="25400" y="342138"/>
                  </a:cubicBezTo>
                  <a:close/>
                </a:path>
              </a:pathLst>
            </a:custGeom>
            <a:solidFill>
              <a:srgbClr val="E4DDF5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4495145" y="3213735"/>
            <a:ext cx="1116330" cy="1116330"/>
            <a:chOff x="0" y="0"/>
            <a:chExt cx="1488440" cy="14884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2700" y="1270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EFEAFB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488440" cy="1488440"/>
            </a:xfrm>
            <a:custGeom>
              <a:avLst/>
              <a:gdLst/>
              <a:ahLst/>
              <a:cxnLst/>
              <a:rect r="r" b="b" t="t" l="l"/>
              <a:pathLst>
                <a:path h="1488440" w="1488440">
                  <a:moveTo>
                    <a:pt x="0" y="744220"/>
                  </a:moveTo>
                  <a:cubicBezTo>
                    <a:pt x="0" y="333248"/>
                    <a:pt x="333248" y="0"/>
                    <a:pt x="744220" y="0"/>
                  </a:cubicBezTo>
                  <a:lnTo>
                    <a:pt x="744220" y="12700"/>
                  </a:lnTo>
                  <a:lnTo>
                    <a:pt x="744220" y="0"/>
                  </a:lnTo>
                  <a:cubicBezTo>
                    <a:pt x="1155192" y="0"/>
                    <a:pt x="1488440" y="333248"/>
                    <a:pt x="1488440" y="744220"/>
                  </a:cubicBezTo>
                  <a:lnTo>
                    <a:pt x="1475740" y="744220"/>
                  </a:lnTo>
                  <a:lnTo>
                    <a:pt x="1488440" y="744220"/>
                  </a:lnTo>
                  <a:cubicBezTo>
                    <a:pt x="1488440" y="1155192"/>
                    <a:pt x="1155192" y="1488440"/>
                    <a:pt x="744220" y="1488440"/>
                  </a:cubicBezTo>
                  <a:lnTo>
                    <a:pt x="744220" y="1475740"/>
                  </a:lnTo>
                  <a:lnTo>
                    <a:pt x="744220" y="1488440"/>
                  </a:lnTo>
                  <a:cubicBezTo>
                    <a:pt x="333248" y="1488440"/>
                    <a:pt x="0" y="1155192"/>
                    <a:pt x="0" y="744220"/>
                  </a:cubicBezTo>
                  <a:lnTo>
                    <a:pt x="12700" y="744220"/>
                  </a:lnTo>
                  <a:lnTo>
                    <a:pt x="25400" y="744220"/>
                  </a:lnTo>
                  <a:lnTo>
                    <a:pt x="12700" y="744220"/>
                  </a:lnTo>
                  <a:lnTo>
                    <a:pt x="0" y="744220"/>
                  </a:lnTo>
                  <a:moveTo>
                    <a:pt x="25400" y="744220"/>
                  </a:moveTo>
                  <a:cubicBezTo>
                    <a:pt x="25400" y="751205"/>
                    <a:pt x="19685" y="756920"/>
                    <a:pt x="12700" y="756920"/>
                  </a:cubicBezTo>
                  <a:cubicBezTo>
                    <a:pt x="5715" y="756920"/>
                    <a:pt x="0" y="751205"/>
                    <a:pt x="0" y="744220"/>
                  </a:cubicBezTo>
                  <a:cubicBezTo>
                    <a:pt x="0" y="737235"/>
                    <a:pt x="5715" y="731520"/>
                    <a:pt x="12700" y="731520"/>
                  </a:cubicBezTo>
                  <a:cubicBezTo>
                    <a:pt x="19685" y="731520"/>
                    <a:pt x="25400" y="737235"/>
                    <a:pt x="25400" y="744220"/>
                  </a:cubicBezTo>
                  <a:cubicBezTo>
                    <a:pt x="25400" y="1141222"/>
                    <a:pt x="347218" y="1463040"/>
                    <a:pt x="744220" y="1463040"/>
                  </a:cubicBezTo>
                  <a:cubicBezTo>
                    <a:pt x="1141222" y="1463040"/>
                    <a:pt x="1463040" y="1141222"/>
                    <a:pt x="1463040" y="744220"/>
                  </a:cubicBezTo>
                  <a:cubicBezTo>
                    <a:pt x="1463040" y="347218"/>
                    <a:pt x="1141222" y="25400"/>
                    <a:pt x="744220" y="25400"/>
                  </a:cubicBezTo>
                  <a:lnTo>
                    <a:pt x="744220" y="12700"/>
                  </a:lnTo>
                  <a:lnTo>
                    <a:pt x="744220" y="25400"/>
                  </a:lnTo>
                  <a:cubicBezTo>
                    <a:pt x="347218" y="25400"/>
                    <a:pt x="25400" y="347218"/>
                    <a:pt x="25400" y="744220"/>
                  </a:cubicBezTo>
                  <a:close/>
                </a:path>
              </a:pathLst>
            </a:custGeom>
            <a:solidFill>
              <a:srgbClr val="EFEAFB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4778990" y="3497580"/>
            <a:ext cx="548640" cy="548640"/>
            <a:chOff x="0" y="0"/>
            <a:chExt cx="731520" cy="731520"/>
          </a:xfrm>
        </p:grpSpPr>
        <p:sp>
          <p:nvSpPr>
            <p:cNvPr name="Freeform 65" id="65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2412980" y="4457700"/>
            <a:ext cx="5280660" cy="685800"/>
            <a:chOff x="0" y="0"/>
            <a:chExt cx="7040880" cy="9144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040880" cy="914400"/>
            </a:xfrm>
            <a:custGeom>
              <a:avLst/>
              <a:gdLst/>
              <a:ahLst/>
              <a:cxnLst/>
              <a:rect r="r" b="b" t="t" l="l"/>
              <a:pathLst>
                <a:path h="91440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034" r="0" b="-100034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66675"/>
              <a:ext cx="704088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1F11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Florescer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412980" y="5184648"/>
            <a:ext cx="5280660" cy="960120"/>
            <a:chOff x="0" y="0"/>
            <a:chExt cx="7040880" cy="12801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0408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14300"/>
              <a:ext cx="7040880" cy="1394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F472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R$ 49,90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2412980" y="6103620"/>
            <a:ext cx="5280660" cy="411480"/>
            <a:chOff x="0" y="0"/>
            <a:chExt cx="7040880" cy="5486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040880" cy="548640"/>
            </a:xfrm>
            <a:custGeom>
              <a:avLst/>
              <a:gdLst/>
              <a:ahLst/>
              <a:cxnLst/>
              <a:rect r="r" b="b" t="t" l="l"/>
              <a:pathLst>
                <a:path h="54864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057" r="0" b="-200057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7040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 spc="-10">
                  <a:solidFill>
                    <a:srgbClr val="6B5BA0"/>
                  </a:solidFill>
                  <a:latin typeface="TT Rounds Condensed Italics"/>
                  <a:ea typeface="TT Rounds Condensed Italics"/>
                  <a:cs typeface="TT Rounds Condensed Italics"/>
                  <a:sym typeface="TT Rounds Condensed Italics"/>
                </a:rPr>
                <a:t>por mês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3089255" y="6642735"/>
            <a:ext cx="3928110" cy="19050"/>
            <a:chOff x="0" y="0"/>
            <a:chExt cx="5237480" cy="254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12700" y="0"/>
              <a:ext cx="5212080" cy="25400"/>
            </a:xfrm>
            <a:custGeom>
              <a:avLst/>
              <a:gdLst/>
              <a:ahLst/>
              <a:cxnLst/>
              <a:rect r="r" b="b" t="t" l="l"/>
              <a:pathLst>
                <a:path h="2540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4DDF5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893040" y="6858000"/>
            <a:ext cx="4320540" cy="1714500"/>
            <a:chOff x="0" y="0"/>
            <a:chExt cx="5760720" cy="22860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60720" cy="2286000"/>
            </a:xfrm>
            <a:custGeom>
              <a:avLst/>
              <a:gdLst/>
              <a:ahLst/>
              <a:cxnLst/>
              <a:rect r="r" b="b" t="t" l="l"/>
              <a:pathLst>
                <a:path h="228600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4" t="0" r="-914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5760720" cy="2324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F11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Tudo do Equilíbrio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F11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Persona de IA 100% customizada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F11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Relatório de análise profunda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F11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Sessões guiadas de meditação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F11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Suporte humano prioritário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6915943" y="9464040"/>
            <a:ext cx="822960" cy="548640"/>
            <a:chOff x="0" y="0"/>
            <a:chExt cx="1097280" cy="7315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97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1097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6B5B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411480"/>
            <a:ext cx="16459200" cy="822960"/>
            <a:chOff x="0" y="0"/>
            <a:chExt cx="219456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1945600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3B23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Tela de cadastro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36395" y="1842135"/>
            <a:ext cx="14969490" cy="8180070"/>
            <a:chOff x="0" y="0"/>
            <a:chExt cx="19959320" cy="109067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19933920" cy="10881361"/>
            </a:xfrm>
            <a:custGeom>
              <a:avLst/>
              <a:gdLst/>
              <a:ahLst/>
              <a:cxnLst/>
              <a:rect r="r" b="b" t="t" l="l"/>
              <a:pathLst>
                <a:path h="10881361" w="19933920">
                  <a:moveTo>
                    <a:pt x="0" y="219456"/>
                  </a:moveTo>
                  <a:cubicBezTo>
                    <a:pt x="0" y="98298"/>
                    <a:pt x="98425" y="0"/>
                    <a:pt x="219710" y="0"/>
                  </a:cubicBezTo>
                  <a:lnTo>
                    <a:pt x="19714211" y="0"/>
                  </a:lnTo>
                  <a:cubicBezTo>
                    <a:pt x="19835495" y="0"/>
                    <a:pt x="19933920" y="98298"/>
                    <a:pt x="19933920" y="219456"/>
                  </a:cubicBezTo>
                  <a:lnTo>
                    <a:pt x="19933920" y="10661904"/>
                  </a:lnTo>
                  <a:cubicBezTo>
                    <a:pt x="19933920" y="10783062"/>
                    <a:pt x="19835495" y="10881361"/>
                    <a:pt x="19714211" y="10881361"/>
                  </a:cubicBezTo>
                  <a:lnTo>
                    <a:pt x="219710" y="10881361"/>
                  </a:lnTo>
                  <a:cubicBezTo>
                    <a:pt x="98425" y="10881360"/>
                    <a:pt x="0" y="10783062"/>
                    <a:pt x="0" y="106619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59320" cy="10906761"/>
            </a:xfrm>
            <a:custGeom>
              <a:avLst/>
              <a:gdLst/>
              <a:ahLst/>
              <a:cxnLst/>
              <a:rect r="r" b="b" t="t" l="l"/>
              <a:pathLst>
                <a:path h="10906761" w="19959320">
                  <a:moveTo>
                    <a:pt x="0" y="232156"/>
                  </a:moveTo>
                  <a:cubicBezTo>
                    <a:pt x="0" y="103886"/>
                    <a:pt x="104013" y="0"/>
                    <a:pt x="232410" y="0"/>
                  </a:cubicBezTo>
                  <a:lnTo>
                    <a:pt x="19726911" y="0"/>
                  </a:lnTo>
                  <a:lnTo>
                    <a:pt x="19726911" y="12700"/>
                  </a:lnTo>
                  <a:lnTo>
                    <a:pt x="19726911" y="0"/>
                  </a:lnTo>
                  <a:cubicBezTo>
                    <a:pt x="19855307" y="0"/>
                    <a:pt x="19959320" y="103886"/>
                    <a:pt x="19959320" y="232156"/>
                  </a:cubicBezTo>
                  <a:lnTo>
                    <a:pt x="19946620" y="232156"/>
                  </a:lnTo>
                  <a:lnTo>
                    <a:pt x="19959320" y="232156"/>
                  </a:lnTo>
                  <a:lnTo>
                    <a:pt x="19959320" y="10674604"/>
                  </a:lnTo>
                  <a:lnTo>
                    <a:pt x="19946620" y="10674604"/>
                  </a:lnTo>
                  <a:lnTo>
                    <a:pt x="19959320" y="10674604"/>
                  </a:lnTo>
                  <a:cubicBezTo>
                    <a:pt x="19959320" y="10802874"/>
                    <a:pt x="19855307" y="10906761"/>
                    <a:pt x="19726911" y="10906761"/>
                  </a:cubicBezTo>
                  <a:lnTo>
                    <a:pt x="19726911" y="10894061"/>
                  </a:lnTo>
                  <a:lnTo>
                    <a:pt x="19726911" y="10906761"/>
                  </a:lnTo>
                  <a:lnTo>
                    <a:pt x="232410" y="10906761"/>
                  </a:lnTo>
                  <a:lnTo>
                    <a:pt x="232410" y="10894061"/>
                  </a:lnTo>
                  <a:lnTo>
                    <a:pt x="232410" y="10906761"/>
                  </a:lnTo>
                  <a:cubicBezTo>
                    <a:pt x="104013" y="10906760"/>
                    <a:pt x="0" y="10802874"/>
                    <a:pt x="0" y="10674604"/>
                  </a:cubicBezTo>
                  <a:lnTo>
                    <a:pt x="0" y="232156"/>
                  </a:lnTo>
                  <a:lnTo>
                    <a:pt x="12700" y="232156"/>
                  </a:lnTo>
                  <a:lnTo>
                    <a:pt x="0" y="232156"/>
                  </a:lnTo>
                  <a:moveTo>
                    <a:pt x="25400" y="232156"/>
                  </a:moveTo>
                  <a:lnTo>
                    <a:pt x="25400" y="10674604"/>
                  </a:lnTo>
                  <a:lnTo>
                    <a:pt x="12700" y="10674604"/>
                  </a:lnTo>
                  <a:lnTo>
                    <a:pt x="25400" y="10674604"/>
                  </a:lnTo>
                  <a:cubicBezTo>
                    <a:pt x="25400" y="10788777"/>
                    <a:pt x="118110" y="10881361"/>
                    <a:pt x="232410" y="10881361"/>
                  </a:cubicBezTo>
                  <a:lnTo>
                    <a:pt x="19726911" y="10881361"/>
                  </a:lnTo>
                  <a:cubicBezTo>
                    <a:pt x="19841211" y="10881361"/>
                    <a:pt x="19933920" y="10788777"/>
                    <a:pt x="19933920" y="10674604"/>
                  </a:cubicBezTo>
                  <a:lnTo>
                    <a:pt x="19933920" y="232156"/>
                  </a:lnTo>
                  <a:cubicBezTo>
                    <a:pt x="19933920" y="117983"/>
                    <a:pt x="19841211" y="25400"/>
                    <a:pt x="19726911" y="25400"/>
                  </a:cubicBezTo>
                  <a:lnTo>
                    <a:pt x="232410" y="25400"/>
                  </a:lnTo>
                  <a:lnTo>
                    <a:pt x="232410" y="12700"/>
                  </a:lnTo>
                  <a:lnTo>
                    <a:pt x="232410" y="25400"/>
                  </a:lnTo>
                  <a:cubicBezTo>
                    <a:pt x="118110" y="25400"/>
                    <a:pt x="25400" y="117983"/>
                    <a:pt x="25400" y="232156"/>
                  </a:cubicBezTo>
                  <a:close/>
                </a:path>
              </a:pathLst>
            </a:custGeom>
            <a:solidFill>
              <a:srgbClr val="E4DDF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36395" y="1842135"/>
            <a:ext cx="14969490" cy="499110"/>
            <a:chOff x="0" y="0"/>
            <a:chExt cx="19959320" cy="665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0" y="12700"/>
              <a:ext cx="19933920" cy="640080"/>
            </a:xfrm>
            <a:custGeom>
              <a:avLst/>
              <a:gdLst/>
              <a:ahLst/>
              <a:cxnLst/>
              <a:rect r="r" b="b" t="t" l="l"/>
              <a:pathLst>
                <a:path h="64008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F5F3F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959320" cy="665480"/>
            </a:xfrm>
            <a:custGeom>
              <a:avLst/>
              <a:gdLst/>
              <a:ahLst/>
              <a:cxnLst/>
              <a:rect r="r" b="b" t="t" l="l"/>
              <a:pathLst>
                <a:path h="665480" w="19959320">
                  <a:moveTo>
                    <a:pt x="12700" y="0"/>
                  </a:moveTo>
                  <a:lnTo>
                    <a:pt x="19946620" y="0"/>
                  </a:lnTo>
                  <a:cubicBezTo>
                    <a:pt x="19953605" y="0"/>
                    <a:pt x="19959320" y="5715"/>
                    <a:pt x="19959320" y="12700"/>
                  </a:cubicBezTo>
                  <a:lnTo>
                    <a:pt x="19959320" y="652780"/>
                  </a:lnTo>
                  <a:cubicBezTo>
                    <a:pt x="19959320" y="659765"/>
                    <a:pt x="19953605" y="665480"/>
                    <a:pt x="19946620" y="665480"/>
                  </a:cubicBezTo>
                  <a:lnTo>
                    <a:pt x="12700" y="665480"/>
                  </a:lnTo>
                  <a:cubicBezTo>
                    <a:pt x="5715" y="665480"/>
                    <a:pt x="0" y="659765"/>
                    <a:pt x="0" y="6527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52780"/>
                  </a:lnTo>
                  <a:lnTo>
                    <a:pt x="12700" y="652780"/>
                  </a:lnTo>
                  <a:lnTo>
                    <a:pt x="12700" y="640080"/>
                  </a:lnTo>
                  <a:lnTo>
                    <a:pt x="19946620" y="640080"/>
                  </a:lnTo>
                  <a:lnTo>
                    <a:pt x="19946620" y="652780"/>
                  </a:lnTo>
                  <a:lnTo>
                    <a:pt x="19933920" y="652780"/>
                  </a:lnTo>
                  <a:lnTo>
                    <a:pt x="19933920" y="12700"/>
                  </a:lnTo>
                  <a:lnTo>
                    <a:pt x="19946620" y="12700"/>
                  </a:lnTo>
                  <a:lnTo>
                    <a:pt x="19946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4DDF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842135" y="1979295"/>
            <a:ext cx="197358" cy="197358"/>
            <a:chOff x="0" y="0"/>
            <a:chExt cx="263144" cy="2631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2700" y="12700"/>
              <a:ext cx="237744" cy="237744"/>
            </a:xfrm>
            <a:custGeom>
              <a:avLst/>
              <a:gdLst/>
              <a:ahLst/>
              <a:cxnLst/>
              <a:rect r="r" b="b" t="t" l="l"/>
              <a:pathLst>
                <a:path h="237744" w="237744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cubicBezTo>
                    <a:pt x="184531" y="0"/>
                    <a:pt x="237744" y="53213"/>
                    <a:pt x="237744" y="118872"/>
                  </a:cubicBezTo>
                  <a:cubicBezTo>
                    <a:pt x="237744" y="184531"/>
                    <a:pt x="184531" y="237744"/>
                    <a:pt x="118872" y="237744"/>
                  </a:cubicBezTo>
                  <a:cubicBezTo>
                    <a:pt x="53213" y="237744"/>
                    <a:pt x="0" y="184531"/>
                    <a:pt x="0" y="118872"/>
                  </a:cubicBezTo>
                  <a:close/>
                </a:path>
              </a:pathLst>
            </a:custGeom>
            <a:solidFill>
              <a:srgbClr val="FF605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3144" cy="263144"/>
            </a:xfrm>
            <a:custGeom>
              <a:avLst/>
              <a:gdLst/>
              <a:ahLst/>
              <a:cxnLst/>
              <a:rect r="r" b="b" t="t" l="l"/>
              <a:pathLst>
                <a:path h="263144" w="263144">
                  <a:moveTo>
                    <a:pt x="0" y="131572"/>
                  </a:moveTo>
                  <a:cubicBezTo>
                    <a:pt x="0" y="58928"/>
                    <a:pt x="58928" y="0"/>
                    <a:pt x="131572" y="0"/>
                  </a:cubicBezTo>
                  <a:lnTo>
                    <a:pt x="131572" y="12700"/>
                  </a:lnTo>
                  <a:lnTo>
                    <a:pt x="131572" y="0"/>
                  </a:lnTo>
                  <a:cubicBezTo>
                    <a:pt x="204216" y="0"/>
                    <a:pt x="263144" y="58928"/>
                    <a:pt x="263144" y="131572"/>
                  </a:cubicBezTo>
                  <a:lnTo>
                    <a:pt x="250444" y="131572"/>
                  </a:lnTo>
                  <a:lnTo>
                    <a:pt x="263144" y="131572"/>
                  </a:lnTo>
                  <a:cubicBezTo>
                    <a:pt x="263144" y="204216"/>
                    <a:pt x="204216" y="263144"/>
                    <a:pt x="131572" y="263144"/>
                  </a:cubicBezTo>
                  <a:lnTo>
                    <a:pt x="131572" y="250444"/>
                  </a:lnTo>
                  <a:lnTo>
                    <a:pt x="131572" y="263144"/>
                  </a:lnTo>
                  <a:cubicBezTo>
                    <a:pt x="58928" y="263144"/>
                    <a:pt x="0" y="204216"/>
                    <a:pt x="0" y="131572"/>
                  </a:cubicBezTo>
                  <a:lnTo>
                    <a:pt x="12700" y="131572"/>
                  </a:lnTo>
                  <a:lnTo>
                    <a:pt x="25400" y="131572"/>
                  </a:lnTo>
                  <a:lnTo>
                    <a:pt x="12700" y="131572"/>
                  </a:lnTo>
                  <a:lnTo>
                    <a:pt x="0" y="131572"/>
                  </a:lnTo>
                  <a:moveTo>
                    <a:pt x="25400" y="131572"/>
                  </a:moveTo>
                  <a:cubicBezTo>
                    <a:pt x="25400" y="138557"/>
                    <a:pt x="19685" y="144272"/>
                    <a:pt x="12700" y="144272"/>
                  </a:cubicBezTo>
                  <a:cubicBezTo>
                    <a:pt x="5715" y="144272"/>
                    <a:pt x="0" y="138557"/>
                    <a:pt x="0" y="131572"/>
                  </a:cubicBezTo>
                  <a:cubicBezTo>
                    <a:pt x="0" y="124587"/>
                    <a:pt x="5715" y="118872"/>
                    <a:pt x="12700" y="118872"/>
                  </a:cubicBezTo>
                  <a:cubicBezTo>
                    <a:pt x="19685" y="118872"/>
                    <a:pt x="25400" y="124587"/>
                    <a:pt x="25400" y="131572"/>
                  </a:cubicBezTo>
                  <a:cubicBezTo>
                    <a:pt x="25400" y="190246"/>
                    <a:pt x="72898" y="237744"/>
                    <a:pt x="131572" y="237744"/>
                  </a:cubicBezTo>
                  <a:cubicBezTo>
                    <a:pt x="190246" y="237744"/>
                    <a:pt x="237744" y="190246"/>
                    <a:pt x="237744" y="131572"/>
                  </a:cubicBezTo>
                  <a:cubicBezTo>
                    <a:pt x="237744" y="72898"/>
                    <a:pt x="190246" y="25400"/>
                    <a:pt x="131572" y="25400"/>
                  </a:cubicBezTo>
                  <a:lnTo>
                    <a:pt x="131572" y="12700"/>
                  </a:lnTo>
                  <a:lnTo>
                    <a:pt x="131572" y="25400"/>
                  </a:lnTo>
                  <a:cubicBezTo>
                    <a:pt x="72898" y="25400"/>
                    <a:pt x="25400" y="72898"/>
                    <a:pt x="25400" y="131572"/>
                  </a:cubicBezTo>
                  <a:close/>
                </a:path>
              </a:pathLst>
            </a:custGeom>
            <a:solidFill>
              <a:srgbClr val="FF605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116455" y="1979295"/>
            <a:ext cx="197358" cy="197358"/>
            <a:chOff x="0" y="0"/>
            <a:chExt cx="263144" cy="2631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237744" cy="237744"/>
            </a:xfrm>
            <a:custGeom>
              <a:avLst/>
              <a:gdLst/>
              <a:ahLst/>
              <a:cxnLst/>
              <a:rect r="r" b="b" t="t" l="l"/>
              <a:pathLst>
                <a:path h="237744" w="237744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cubicBezTo>
                    <a:pt x="184531" y="0"/>
                    <a:pt x="237744" y="53213"/>
                    <a:pt x="237744" y="118872"/>
                  </a:cubicBezTo>
                  <a:cubicBezTo>
                    <a:pt x="237744" y="184531"/>
                    <a:pt x="184531" y="237744"/>
                    <a:pt x="118872" y="237744"/>
                  </a:cubicBezTo>
                  <a:cubicBezTo>
                    <a:pt x="53213" y="237744"/>
                    <a:pt x="0" y="184531"/>
                    <a:pt x="0" y="118872"/>
                  </a:cubicBezTo>
                  <a:close/>
                </a:path>
              </a:pathLst>
            </a:custGeom>
            <a:solidFill>
              <a:srgbClr val="FFBD2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3144" cy="263144"/>
            </a:xfrm>
            <a:custGeom>
              <a:avLst/>
              <a:gdLst/>
              <a:ahLst/>
              <a:cxnLst/>
              <a:rect r="r" b="b" t="t" l="l"/>
              <a:pathLst>
                <a:path h="263144" w="263144">
                  <a:moveTo>
                    <a:pt x="0" y="131572"/>
                  </a:moveTo>
                  <a:cubicBezTo>
                    <a:pt x="0" y="58928"/>
                    <a:pt x="58928" y="0"/>
                    <a:pt x="131572" y="0"/>
                  </a:cubicBezTo>
                  <a:lnTo>
                    <a:pt x="131572" y="12700"/>
                  </a:lnTo>
                  <a:lnTo>
                    <a:pt x="131572" y="0"/>
                  </a:lnTo>
                  <a:cubicBezTo>
                    <a:pt x="204216" y="0"/>
                    <a:pt x="263144" y="58928"/>
                    <a:pt x="263144" y="131572"/>
                  </a:cubicBezTo>
                  <a:lnTo>
                    <a:pt x="250444" y="131572"/>
                  </a:lnTo>
                  <a:lnTo>
                    <a:pt x="263144" y="131572"/>
                  </a:lnTo>
                  <a:cubicBezTo>
                    <a:pt x="263144" y="204216"/>
                    <a:pt x="204216" y="263144"/>
                    <a:pt x="131572" y="263144"/>
                  </a:cubicBezTo>
                  <a:lnTo>
                    <a:pt x="131572" y="250444"/>
                  </a:lnTo>
                  <a:lnTo>
                    <a:pt x="131572" y="263144"/>
                  </a:lnTo>
                  <a:cubicBezTo>
                    <a:pt x="58928" y="263144"/>
                    <a:pt x="0" y="204216"/>
                    <a:pt x="0" y="131572"/>
                  </a:cubicBezTo>
                  <a:lnTo>
                    <a:pt x="12700" y="131572"/>
                  </a:lnTo>
                  <a:lnTo>
                    <a:pt x="25400" y="131572"/>
                  </a:lnTo>
                  <a:lnTo>
                    <a:pt x="12700" y="131572"/>
                  </a:lnTo>
                  <a:lnTo>
                    <a:pt x="0" y="131572"/>
                  </a:lnTo>
                  <a:moveTo>
                    <a:pt x="25400" y="131572"/>
                  </a:moveTo>
                  <a:cubicBezTo>
                    <a:pt x="25400" y="138557"/>
                    <a:pt x="19685" y="144272"/>
                    <a:pt x="12700" y="144272"/>
                  </a:cubicBezTo>
                  <a:cubicBezTo>
                    <a:pt x="5715" y="144272"/>
                    <a:pt x="0" y="138557"/>
                    <a:pt x="0" y="131572"/>
                  </a:cubicBezTo>
                  <a:cubicBezTo>
                    <a:pt x="0" y="124587"/>
                    <a:pt x="5715" y="118872"/>
                    <a:pt x="12700" y="118872"/>
                  </a:cubicBezTo>
                  <a:cubicBezTo>
                    <a:pt x="19685" y="118872"/>
                    <a:pt x="25400" y="124587"/>
                    <a:pt x="25400" y="131572"/>
                  </a:cubicBezTo>
                  <a:cubicBezTo>
                    <a:pt x="25400" y="190246"/>
                    <a:pt x="72898" y="237744"/>
                    <a:pt x="131572" y="237744"/>
                  </a:cubicBezTo>
                  <a:cubicBezTo>
                    <a:pt x="190246" y="237744"/>
                    <a:pt x="237744" y="190246"/>
                    <a:pt x="237744" y="131572"/>
                  </a:cubicBezTo>
                  <a:cubicBezTo>
                    <a:pt x="237744" y="72898"/>
                    <a:pt x="190246" y="25400"/>
                    <a:pt x="131572" y="25400"/>
                  </a:cubicBezTo>
                  <a:lnTo>
                    <a:pt x="131572" y="12700"/>
                  </a:lnTo>
                  <a:lnTo>
                    <a:pt x="131572" y="25400"/>
                  </a:lnTo>
                  <a:cubicBezTo>
                    <a:pt x="72898" y="25400"/>
                    <a:pt x="25400" y="72898"/>
                    <a:pt x="25400" y="131572"/>
                  </a:cubicBezTo>
                  <a:close/>
                </a:path>
              </a:pathLst>
            </a:custGeom>
            <a:solidFill>
              <a:srgbClr val="FFBD2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390775" y="1979295"/>
            <a:ext cx="197358" cy="197358"/>
            <a:chOff x="0" y="0"/>
            <a:chExt cx="263144" cy="2631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237744" cy="237744"/>
            </a:xfrm>
            <a:custGeom>
              <a:avLst/>
              <a:gdLst/>
              <a:ahLst/>
              <a:cxnLst/>
              <a:rect r="r" b="b" t="t" l="l"/>
              <a:pathLst>
                <a:path h="237744" w="237744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cubicBezTo>
                    <a:pt x="184531" y="0"/>
                    <a:pt x="237744" y="53213"/>
                    <a:pt x="237744" y="118872"/>
                  </a:cubicBezTo>
                  <a:cubicBezTo>
                    <a:pt x="237744" y="184531"/>
                    <a:pt x="184531" y="237744"/>
                    <a:pt x="118872" y="237744"/>
                  </a:cubicBezTo>
                  <a:cubicBezTo>
                    <a:pt x="53213" y="237744"/>
                    <a:pt x="0" y="184531"/>
                    <a:pt x="0" y="118872"/>
                  </a:cubicBezTo>
                  <a:close/>
                </a:path>
              </a:pathLst>
            </a:custGeom>
            <a:solidFill>
              <a:srgbClr val="27C94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63144" cy="263144"/>
            </a:xfrm>
            <a:custGeom>
              <a:avLst/>
              <a:gdLst/>
              <a:ahLst/>
              <a:cxnLst/>
              <a:rect r="r" b="b" t="t" l="l"/>
              <a:pathLst>
                <a:path h="263144" w="263144">
                  <a:moveTo>
                    <a:pt x="0" y="131572"/>
                  </a:moveTo>
                  <a:cubicBezTo>
                    <a:pt x="0" y="58928"/>
                    <a:pt x="58928" y="0"/>
                    <a:pt x="131572" y="0"/>
                  </a:cubicBezTo>
                  <a:lnTo>
                    <a:pt x="131572" y="12700"/>
                  </a:lnTo>
                  <a:lnTo>
                    <a:pt x="131572" y="0"/>
                  </a:lnTo>
                  <a:cubicBezTo>
                    <a:pt x="204216" y="0"/>
                    <a:pt x="263144" y="58928"/>
                    <a:pt x="263144" y="131572"/>
                  </a:cubicBezTo>
                  <a:lnTo>
                    <a:pt x="250444" y="131572"/>
                  </a:lnTo>
                  <a:lnTo>
                    <a:pt x="263144" y="131572"/>
                  </a:lnTo>
                  <a:cubicBezTo>
                    <a:pt x="263144" y="204216"/>
                    <a:pt x="204216" y="263144"/>
                    <a:pt x="131572" y="263144"/>
                  </a:cubicBezTo>
                  <a:lnTo>
                    <a:pt x="131572" y="250444"/>
                  </a:lnTo>
                  <a:lnTo>
                    <a:pt x="131572" y="263144"/>
                  </a:lnTo>
                  <a:cubicBezTo>
                    <a:pt x="58928" y="263144"/>
                    <a:pt x="0" y="204216"/>
                    <a:pt x="0" y="131572"/>
                  </a:cubicBezTo>
                  <a:lnTo>
                    <a:pt x="12700" y="131572"/>
                  </a:lnTo>
                  <a:lnTo>
                    <a:pt x="25400" y="131572"/>
                  </a:lnTo>
                  <a:lnTo>
                    <a:pt x="12700" y="131572"/>
                  </a:lnTo>
                  <a:lnTo>
                    <a:pt x="0" y="131572"/>
                  </a:lnTo>
                  <a:moveTo>
                    <a:pt x="25400" y="131572"/>
                  </a:moveTo>
                  <a:cubicBezTo>
                    <a:pt x="25400" y="138557"/>
                    <a:pt x="19685" y="144272"/>
                    <a:pt x="12700" y="144272"/>
                  </a:cubicBezTo>
                  <a:cubicBezTo>
                    <a:pt x="5715" y="144272"/>
                    <a:pt x="0" y="138557"/>
                    <a:pt x="0" y="131572"/>
                  </a:cubicBezTo>
                  <a:cubicBezTo>
                    <a:pt x="0" y="124587"/>
                    <a:pt x="5715" y="118872"/>
                    <a:pt x="12700" y="118872"/>
                  </a:cubicBezTo>
                  <a:cubicBezTo>
                    <a:pt x="19685" y="118872"/>
                    <a:pt x="25400" y="124587"/>
                    <a:pt x="25400" y="131572"/>
                  </a:cubicBezTo>
                  <a:cubicBezTo>
                    <a:pt x="25400" y="190246"/>
                    <a:pt x="72898" y="237744"/>
                    <a:pt x="131572" y="237744"/>
                  </a:cubicBezTo>
                  <a:cubicBezTo>
                    <a:pt x="190246" y="237744"/>
                    <a:pt x="237744" y="190246"/>
                    <a:pt x="237744" y="131572"/>
                  </a:cubicBezTo>
                  <a:cubicBezTo>
                    <a:pt x="237744" y="72898"/>
                    <a:pt x="190246" y="25400"/>
                    <a:pt x="131572" y="25400"/>
                  </a:cubicBezTo>
                  <a:lnTo>
                    <a:pt x="131572" y="12700"/>
                  </a:lnTo>
                  <a:lnTo>
                    <a:pt x="131572" y="25400"/>
                  </a:lnTo>
                  <a:cubicBezTo>
                    <a:pt x="72898" y="25400"/>
                    <a:pt x="25400" y="72898"/>
                    <a:pt x="25400" y="131572"/>
                  </a:cubicBezTo>
                  <a:close/>
                </a:path>
              </a:pathLst>
            </a:custGeom>
            <a:solidFill>
              <a:srgbClr val="27C94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007995" y="1924431"/>
            <a:ext cx="12226290" cy="320802"/>
            <a:chOff x="0" y="0"/>
            <a:chExt cx="16301720" cy="4277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00" y="12700"/>
              <a:ext cx="16276320" cy="402336"/>
            </a:xfrm>
            <a:custGeom>
              <a:avLst/>
              <a:gdLst/>
              <a:ahLst/>
              <a:cxnLst/>
              <a:rect r="r" b="b" t="t" l="l"/>
              <a:pathLst>
                <a:path h="402336" w="16276320">
                  <a:moveTo>
                    <a:pt x="0" y="73152"/>
                  </a:moveTo>
                  <a:cubicBezTo>
                    <a:pt x="0" y="32766"/>
                    <a:pt x="34798" y="0"/>
                    <a:pt x="77597" y="0"/>
                  </a:cubicBezTo>
                  <a:lnTo>
                    <a:pt x="16198723" y="0"/>
                  </a:lnTo>
                  <a:cubicBezTo>
                    <a:pt x="16241649" y="0"/>
                    <a:pt x="16276320" y="32766"/>
                    <a:pt x="16276320" y="73152"/>
                  </a:cubicBezTo>
                  <a:lnTo>
                    <a:pt x="16276320" y="329184"/>
                  </a:lnTo>
                  <a:cubicBezTo>
                    <a:pt x="16276320" y="369570"/>
                    <a:pt x="16241522" y="402336"/>
                    <a:pt x="16198723" y="402336"/>
                  </a:cubicBezTo>
                  <a:lnTo>
                    <a:pt x="77597" y="402336"/>
                  </a:lnTo>
                  <a:cubicBezTo>
                    <a:pt x="34798" y="402336"/>
                    <a:pt x="0" y="369570"/>
                    <a:pt x="0" y="3291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301720" cy="427736"/>
            </a:xfrm>
            <a:custGeom>
              <a:avLst/>
              <a:gdLst/>
              <a:ahLst/>
              <a:cxnLst/>
              <a:rect r="r" b="b" t="t" l="l"/>
              <a:pathLst>
                <a:path h="427736" w="16301720">
                  <a:moveTo>
                    <a:pt x="0" y="85852"/>
                  </a:moveTo>
                  <a:cubicBezTo>
                    <a:pt x="0" y="37719"/>
                    <a:pt x="41148" y="0"/>
                    <a:pt x="90297" y="0"/>
                  </a:cubicBezTo>
                  <a:lnTo>
                    <a:pt x="16211423" y="0"/>
                  </a:lnTo>
                  <a:lnTo>
                    <a:pt x="16211423" y="12700"/>
                  </a:lnTo>
                  <a:lnTo>
                    <a:pt x="16211423" y="0"/>
                  </a:lnTo>
                  <a:cubicBezTo>
                    <a:pt x="16260572" y="0"/>
                    <a:pt x="16301720" y="37719"/>
                    <a:pt x="16301720" y="85852"/>
                  </a:cubicBezTo>
                  <a:lnTo>
                    <a:pt x="16289020" y="85852"/>
                  </a:lnTo>
                  <a:lnTo>
                    <a:pt x="16301720" y="85852"/>
                  </a:lnTo>
                  <a:lnTo>
                    <a:pt x="16301720" y="341884"/>
                  </a:lnTo>
                  <a:lnTo>
                    <a:pt x="16289020" y="341884"/>
                  </a:lnTo>
                  <a:lnTo>
                    <a:pt x="16301720" y="341884"/>
                  </a:lnTo>
                  <a:cubicBezTo>
                    <a:pt x="16301720" y="390017"/>
                    <a:pt x="16260572" y="427736"/>
                    <a:pt x="16211423" y="427736"/>
                  </a:cubicBezTo>
                  <a:lnTo>
                    <a:pt x="16211423" y="415036"/>
                  </a:lnTo>
                  <a:lnTo>
                    <a:pt x="16211423" y="427736"/>
                  </a:lnTo>
                  <a:lnTo>
                    <a:pt x="90297" y="427736"/>
                  </a:lnTo>
                  <a:lnTo>
                    <a:pt x="90297" y="415036"/>
                  </a:lnTo>
                  <a:lnTo>
                    <a:pt x="90297" y="427736"/>
                  </a:lnTo>
                  <a:cubicBezTo>
                    <a:pt x="41148" y="427736"/>
                    <a:pt x="0" y="390017"/>
                    <a:pt x="0" y="341884"/>
                  </a:cubicBezTo>
                  <a:lnTo>
                    <a:pt x="0" y="85852"/>
                  </a:lnTo>
                  <a:lnTo>
                    <a:pt x="12700" y="85852"/>
                  </a:lnTo>
                  <a:lnTo>
                    <a:pt x="0" y="85852"/>
                  </a:lnTo>
                  <a:moveTo>
                    <a:pt x="25400" y="85852"/>
                  </a:moveTo>
                  <a:lnTo>
                    <a:pt x="25400" y="341884"/>
                  </a:lnTo>
                  <a:lnTo>
                    <a:pt x="12700" y="341884"/>
                  </a:lnTo>
                  <a:lnTo>
                    <a:pt x="25400" y="341884"/>
                  </a:lnTo>
                  <a:cubicBezTo>
                    <a:pt x="25400" y="374523"/>
                    <a:pt x="53721" y="402336"/>
                    <a:pt x="90297" y="402336"/>
                  </a:cubicBezTo>
                  <a:lnTo>
                    <a:pt x="16211423" y="402336"/>
                  </a:lnTo>
                  <a:cubicBezTo>
                    <a:pt x="16247999" y="402336"/>
                    <a:pt x="16276320" y="374523"/>
                    <a:pt x="16276320" y="341884"/>
                  </a:cubicBezTo>
                  <a:lnTo>
                    <a:pt x="16276320" y="85852"/>
                  </a:lnTo>
                  <a:cubicBezTo>
                    <a:pt x="16276320" y="53213"/>
                    <a:pt x="16247999" y="25400"/>
                    <a:pt x="16211423" y="25400"/>
                  </a:cubicBezTo>
                  <a:lnTo>
                    <a:pt x="90297" y="25400"/>
                  </a:lnTo>
                  <a:lnTo>
                    <a:pt x="90297" y="12700"/>
                  </a:lnTo>
                  <a:lnTo>
                    <a:pt x="90297" y="25400"/>
                  </a:lnTo>
                  <a:cubicBezTo>
                    <a:pt x="53721" y="25400"/>
                    <a:pt x="25400" y="53213"/>
                    <a:pt x="25400" y="85852"/>
                  </a:cubicBezTo>
                  <a:close/>
                </a:path>
              </a:pathLst>
            </a:custGeom>
            <a:solidFill>
              <a:srgbClr val="E4DDF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017520" y="1933956"/>
            <a:ext cx="12207240" cy="301752"/>
            <a:chOff x="0" y="0"/>
            <a:chExt cx="16276320" cy="4023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276320" cy="402336"/>
            </a:xfrm>
            <a:custGeom>
              <a:avLst/>
              <a:gdLst/>
              <a:ahLst/>
              <a:cxnLst/>
              <a:rect r="r" b="b" t="t" l="l"/>
              <a:pathLst>
                <a:path h="402336" w="16276320">
                  <a:moveTo>
                    <a:pt x="0" y="0"/>
                  </a:moveTo>
                  <a:lnTo>
                    <a:pt x="16276320" y="0"/>
                  </a:lnTo>
                  <a:lnTo>
                    <a:pt x="162763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8258" r="0" b="-73825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6276320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6B5B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🔒  mindlog.com.br/cadastro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36395" y="2322195"/>
            <a:ext cx="5505450" cy="7700010"/>
            <a:chOff x="0" y="0"/>
            <a:chExt cx="7340600" cy="102666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2700" y="12700"/>
              <a:ext cx="7315200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241280"/>
                  </a:lnTo>
                  <a:lnTo>
                    <a:pt x="0" y="10241280"/>
                  </a:lnTo>
                  <a:close/>
                </a:path>
              </a:pathLst>
            </a:custGeom>
            <a:solidFill>
              <a:srgbClr val="5B3FD9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40600" cy="10266680"/>
            </a:xfrm>
            <a:custGeom>
              <a:avLst/>
              <a:gdLst/>
              <a:ahLst/>
              <a:cxnLst/>
              <a:rect r="r" b="b" t="t" l="l"/>
              <a:pathLst>
                <a:path h="10266680" w="7340600">
                  <a:moveTo>
                    <a:pt x="12700" y="0"/>
                  </a:moveTo>
                  <a:lnTo>
                    <a:pt x="7327900" y="0"/>
                  </a:lnTo>
                  <a:cubicBezTo>
                    <a:pt x="7334885" y="0"/>
                    <a:pt x="7340600" y="5715"/>
                    <a:pt x="7340600" y="12700"/>
                  </a:cubicBezTo>
                  <a:lnTo>
                    <a:pt x="7340600" y="10253980"/>
                  </a:lnTo>
                  <a:cubicBezTo>
                    <a:pt x="7340600" y="10260965"/>
                    <a:pt x="7334885" y="10266680"/>
                    <a:pt x="7327900" y="10266680"/>
                  </a:cubicBezTo>
                  <a:lnTo>
                    <a:pt x="12700" y="10266680"/>
                  </a:lnTo>
                  <a:cubicBezTo>
                    <a:pt x="5715" y="10266680"/>
                    <a:pt x="0" y="10260965"/>
                    <a:pt x="0" y="102539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0253980"/>
                  </a:lnTo>
                  <a:lnTo>
                    <a:pt x="12700" y="10253980"/>
                  </a:lnTo>
                  <a:lnTo>
                    <a:pt x="12700" y="10241280"/>
                  </a:lnTo>
                  <a:lnTo>
                    <a:pt x="7327900" y="10241280"/>
                  </a:lnTo>
                  <a:lnTo>
                    <a:pt x="7327900" y="10253980"/>
                  </a:lnTo>
                  <a:lnTo>
                    <a:pt x="7315200" y="10253980"/>
                  </a:lnTo>
                  <a:lnTo>
                    <a:pt x="7315200" y="12700"/>
                  </a:lnTo>
                  <a:lnTo>
                    <a:pt x="7327900" y="12700"/>
                  </a:lnTo>
                  <a:lnTo>
                    <a:pt x="73279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5B3FD9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762375" y="2870835"/>
            <a:ext cx="1253490" cy="1253490"/>
            <a:chOff x="0" y="0"/>
            <a:chExt cx="1671320" cy="16713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2700" y="1270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8A75E8">
                <a:alpha val="48627"/>
              </a:srgbClr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71320" cy="1671320"/>
            </a:xfrm>
            <a:custGeom>
              <a:avLst/>
              <a:gdLst/>
              <a:ahLst/>
              <a:cxnLst/>
              <a:rect r="r" b="b" t="t" l="l"/>
              <a:pathLst>
                <a:path h="1671320" w="1671320">
                  <a:moveTo>
                    <a:pt x="0" y="835660"/>
                  </a:moveTo>
                  <a:cubicBezTo>
                    <a:pt x="0" y="374142"/>
                    <a:pt x="374142" y="0"/>
                    <a:pt x="835660" y="0"/>
                  </a:cubicBezTo>
                  <a:lnTo>
                    <a:pt x="835660" y="12700"/>
                  </a:lnTo>
                  <a:lnTo>
                    <a:pt x="835660" y="0"/>
                  </a:lnTo>
                  <a:cubicBezTo>
                    <a:pt x="1297178" y="0"/>
                    <a:pt x="1671320" y="374142"/>
                    <a:pt x="1671320" y="835660"/>
                  </a:cubicBezTo>
                  <a:cubicBezTo>
                    <a:pt x="1671320" y="1297178"/>
                    <a:pt x="1297178" y="1671320"/>
                    <a:pt x="835660" y="1671320"/>
                  </a:cubicBezTo>
                  <a:lnTo>
                    <a:pt x="835660" y="1658620"/>
                  </a:lnTo>
                  <a:lnTo>
                    <a:pt x="835660" y="1671320"/>
                  </a:lnTo>
                  <a:cubicBezTo>
                    <a:pt x="374142" y="1671320"/>
                    <a:pt x="0" y="1297178"/>
                    <a:pt x="0" y="835660"/>
                  </a:cubicBezTo>
                  <a:lnTo>
                    <a:pt x="12700" y="835660"/>
                  </a:lnTo>
                  <a:lnTo>
                    <a:pt x="23495" y="842391"/>
                  </a:lnTo>
                  <a:cubicBezTo>
                    <a:pt x="20447" y="847217"/>
                    <a:pt x="14605" y="849376"/>
                    <a:pt x="9271" y="847852"/>
                  </a:cubicBezTo>
                  <a:cubicBezTo>
                    <a:pt x="3937" y="846328"/>
                    <a:pt x="0" y="841375"/>
                    <a:pt x="0" y="835660"/>
                  </a:cubicBezTo>
                  <a:moveTo>
                    <a:pt x="25400" y="835660"/>
                  </a:moveTo>
                  <a:lnTo>
                    <a:pt x="12700" y="835660"/>
                  </a:lnTo>
                  <a:lnTo>
                    <a:pt x="1905" y="828929"/>
                  </a:lnTo>
                  <a:cubicBezTo>
                    <a:pt x="4953" y="824103"/>
                    <a:pt x="10795" y="821944"/>
                    <a:pt x="16129" y="823468"/>
                  </a:cubicBezTo>
                  <a:cubicBezTo>
                    <a:pt x="21463" y="824992"/>
                    <a:pt x="25273" y="830072"/>
                    <a:pt x="25273" y="835660"/>
                  </a:cubicBezTo>
                  <a:cubicBezTo>
                    <a:pt x="25273" y="1283208"/>
                    <a:pt x="387985" y="1645920"/>
                    <a:pt x="835533" y="1645920"/>
                  </a:cubicBezTo>
                  <a:cubicBezTo>
                    <a:pt x="1283081" y="1645920"/>
                    <a:pt x="1645793" y="1283208"/>
                    <a:pt x="1645793" y="835660"/>
                  </a:cubicBezTo>
                  <a:lnTo>
                    <a:pt x="1658493" y="835660"/>
                  </a:lnTo>
                  <a:lnTo>
                    <a:pt x="1645793" y="835660"/>
                  </a:lnTo>
                  <a:cubicBezTo>
                    <a:pt x="1645920" y="388112"/>
                    <a:pt x="1283208" y="25400"/>
                    <a:pt x="835660" y="25400"/>
                  </a:cubicBezTo>
                  <a:lnTo>
                    <a:pt x="835660" y="12700"/>
                  </a:lnTo>
                  <a:lnTo>
                    <a:pt x="835660" y="25400"/>
                  </a:lnTo>
                  <a:cubicBezTo>
                    <a:pt x="388112" y="25400"/>
                    <a:pt x="25400" y="388112"/>
                    <a:pt x="25400" y="835660"/>
                  </a:cubicBezTo>
                  <a:close/>
                </a:path>
              </a:pathLst>
            </a:custGeom>
            <a:solidFill>
              <a:srgbClr val="8A75E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087368" y="3182112"/>
            <a:ext cx="603504" cy="603504"/>
            <a:chOff x="0" y="0"/>
            <a:chExt cx="804672" cy="804672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645920" y="4251960"/>
            <a:ext cx="5486400" cy="685800"/>
            <a:chOff x="0" y="0"/>
            <a:chExt cx="7315200" cy="914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15200" cy="914400"/>
            </a:xfrm>
            <a:custGeom>
              <a:avLst/>
              <a:gdLst/>
              <a:ahLst/>
              <a:cxnLst/>
              <a:rect r="r" b="b" t="t" l="l"/>
              <a:pathLst>
                <a:path h="9144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76200"/>
              <a:ext cx="7315200" cy="990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MindLog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057400" y="4937760"/>
            <a:ext cx="4663440" cy="822960"/>
            <a:chOff x="0" y="0"/>
            <a:chExt cx="621792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17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621792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 spc="-10">
                  <a:solidFill>
                    <a:srgbClr val="DDD4F7"/>
                  </a:solidFill>
                  <a:latin typeface="TT Rounds Condensed Italics"/>
                  <a:ea typeface="TT Rounds Condensed Italics"/>
                  <a:cs typeface="TT Rounds Condensed Italics"/>
                  <a:sym typeface="TT Rounds Condensed Italics"/>
                </a:rPr>
                <a:t>Sua jornada de bem-estar começa agora!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047875" y="6231255"/>
            <a:ext cx="4682490" cy="567690"/>
            <a:chOff x="0" y="0"/>
            <a:chExt cx="6243320" cy="7569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2700" y="12700"/>
              <a:ext cx="621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6217920">
                  <a:moveTo>
                    <a:pt x="0" y="146304"/>
                  </a:moveTo>
                  <a:cubicBezTo>
                    <a:pt x="0" y="65532"/>
                    <a:pt x="67564" y="0"/>
                    <a:pt x="150749" y="0"/>
                  </a:cubicBezTo>
                  <a:lnTo>
                    <a:pt x="6067171" y="0"/>
                  </a:lnTo>
                  <a:cubicBezTo>
                    <a:pt x="6150483" y="0"/>
                    <a:pt x="6217920" y="65532"/>
                    <a:pt x="6217920" y="146304"/>
                  </a:cubicBezTo>
                  <a:lnTo>
                    <a:pt x="6217920" y="585216"/>
                  </a:lnTo>
                  <a:cubicBezTo>
                    <a:pt x="6217920" y="665988"/>
                    <a:pt x="6150356" y="731520"/>
                    <a:pt x="6067171" y="731520"/>
                  </a:cubicBezTo>
                  <a:lnTo>
                    <a:pt x="150749" y="731520"/>
                  </a:lnTo>
                  <a:cubicBezTo>
                    <a:pt x="67564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3B238F">
                <a:alpha val="48627"/>
              </a:srgbClr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243320" cy="756920"/>
            </a:xfrm>
            <a:custGeom>
              <a:avLst/>
              <a:gdLst/>
              <a:ahLst/>
              <a:cxnLst/>
              <a:rect r="r" b="b" t="t" l="l"/>
              <a:pathLst>
                <a:path h="756920" w="6243320">
                  <a:moveTo>
                    <a:pt x="0" y="159004"/>
                  </a:moveTo>
                  <a:cubicBezTo>
                    <a:pt x="0" y="70866"/>
                    <a:pt x="73533" y="0"/>
                    <a:pt x="163449" y="0"/>
                  </a:cubicBezTo>
                  <a:lnTo>
                    <a:pt x="6079871" y="0"/>
                  </a:lnTo>
                  <a:lnTo>
                    <a:pt x="6079871" y="12700"/>
                  </a:lnTo>
                  <a:lnTo>
                    <a:pt x="6079871" y="0"/>
                  </a:lnTo>
                  <a:cubicBezTo>
                    <a:pt x="6169787" y="0"/>
                    <a:pt x="6243320" y="70866"/>
                    <a:pt x="6243320" y="159004"/>
                  </a:cubicBezTo>
                  <a:lnTo>
                    <a:pt x="6230620" y="159004"/>
                  </a:lnTo>
                  <a:lnTo>
                    <a:pt x="6243320" y="159004"/>
                  </a:lnTo>
                  <a:lnTo>
                    <a:pt x="6243320" y="597916"/>
                  </a:lnTo>
                  <a:lnTo>
                    <a:pt x="6230620" y="597916"/>
                  </a:lnTo>
                  <a:lnTo>
                    <a:pt x="6243320" y="597916"/>
                  </a:lnTo>
                  <a:cubicBezTo>
                    <a:pt x="6243320" y="686054"/>
                    <a:pt x="6169787" y="756920"/>
                    <a:pt x="6079871" y="756920"/>
                  </a:cubicBezTo>
                  <a:lnTo>
                    <a:pt x="6079871" y="744220"/>
                  </a:lnTo>
                  <a:lnTo>
                    <a:pt x="6079871" y="756920"/>
                  </a:lnTo>
                  <a:lnTo>
                    <a:pt x="163449" y="756920"/>
                  </a:lnTo>
                  <a:lnTo>
                    <a:pt x="163449" y="744220"/>
                  </a:lnTo>
                  <a:lnTo>
                    <a:pt x="163449" y="756920"/>
                  </a:lnTo>
                  <a:cubicBezTo>
                    <a:pt x="73533" y="756920"/>
                    <a:pt x="0" y="686054"/>
                    <a:pt x="0" y="597916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597916"/>
                  </a:lnTo>
                  <a:lnTo>
                    <a:pt x="12700" y="597916"/>
                  </a:lnTo>
                  <a:lnTo>
                    <a:pt x="25400" y="597916"/>
                  </a:lnTo>
                  <a:cubicBezTo>
                    <a:pt x="25400" y="671322"/>
                    <a:pt x="86868" y="731520"/>
                    <a:pt x="163449" y="731520"/>
                  </a:cubicBezTo>
                  <a:lnTo>
                    <a:pt x="6079871" y="731520"/>
                  </a:lnTo>
                  <a:cubicBezTo>
                    <a:pt x="6156452" y="731520"/>
                    <a:pt x="6217920" y="671322"/>
                    <a:pt x="6217920" y="597916"/>
                  </a:cubicBezTo>
                  <a:lnTo>
                    <a:pt x="6217920" y="159004"/>
                  </a:lnTo>
                  <a:cubicBezTo>
                    <a:pt x="6217920" y="85598"/>
                    <a:pt x="6156452" y="25400"/>
                    <a:pt x="6079871" y="25400"/>
                  </a:cubicBezTo>
                  <a:lnTo>
                    <a:pt x="163449" y="25400"/>
                  </a:lnTo>
                  <a:lnTo>
                    <a:pt x="163449" y="12700"/>
                  </a:lnTo>
                  <a:lnTo>
                    <a:pt x="163449" y="25400"/>
                  </a:lnTo>
                  <a:cubicBezTo>
                    <a:pt x="86868" y="25400"/>
                    <a:pt x="25400" y="85598"/>
                    <a:pt x="25400" y="159004"/>
                  </a:cubicBezTo>
                  <a:close/>
                </a:path>
              </a:pathLst>
            </a:custGeom>
            <a:solidFill>
              <a:srgbClr val="8A75E8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2331720" y="6377940"/>
            <a:ext cx="274320" cy="274320"/>
            <a:chOff x="0" y="0"/>
            <a:chExt cx="365760" cy="365760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2811780" y="6240780"/>
            <a:ext cx="4114800" cy="548640"/>
            <a:chOff x="0" y="0"/>
            <a:chExt cx="548640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54864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Diário emocional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047875" y="6917055"/>
            <a:ext cx="4682490" cy="567690"/>
            <a:chOff x="0" y="0"/>
            <a:chExt cx="6243320" cy="7569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2700" y="12700"/>
              <a:ext cx="621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6217920">
                  <a:moveTo>
                    <a:pt x="0" y="146304"/>
                  </a:moveTo>
                  <a:cubicBezTo>
                    <a:pt x="0" y="65532"/>
                    <a:pt x="67564" y="0"/>
                    <a:pt x="150749" y="0"/>
                  </a:cubicBezTo>
                  <a:lnTo>
                    <a:pt x="6067171" y="0"/>
                  </a:lnTo>
                  <a:cubicBezTo>
                    <a:pt x="6150483" y="0"/>
                    <a:pt x="6217920" y="65532"/>
                    <a:pt x="6217920" y="146304"/>
                  </a:cubicBezTo>
                  <a:lnTo>
                    <a:pt x="6217920" y="585216"/>
                  </a:lnTo>
                  <a:cubicBezTo>
                    <a:pt x="6217920" y="665988"/>
                    <a:pt x="6150356" y="731520"/>
                    <a:pt x="6067171" y="731520"/>
                  </a:cubicBezTo>
                  <a:lnTo>
                    <a:pt x="150749" y="731520"/>
                  </a:lnTo>
                  <a:cubicBezTo>
                    <a:pt x="67564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3B238F">
                <a:alpha val="48627"/>
              </a:srgbClr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243320" cy="756920"/>
            </a:xfrm>
            <a:custGeom>
              <a:avLst/>
              <a:gdLst/>
              <a:ahLst/>
              <a:cxnLst/>
              <a:rect r="r" b="b" t="t" l="l"/>
              <a:pathLst>
                <a:path h="756920" w="6243320">
                  <a:moveTo>
                    <a:pt x="0" y="159004"/>
                  </a:moveTo>
                  <a:cubicBezTo>
                    <a:pt x="0" y="70866"/>
                    <a:pt x="73533" y="0"/>
                    <a:pt x="163449" y="0"/>
                  </a:cubicBezTo>
                  <a:lnTo>
                    <a:pt x="6079871" y="0"/>
                  </a:lnTo>
                  <a:lnTo>
                    <a:pt x="6079871" y="12700"/>
                  </a:lnTo>
                  <a:lnTo>
                    <a:pt x="6079871" y="0"/>
                  </a:lnTo>
                  <a:cubicBezTo>
                    <a:pt x="6169787" y="0"/>
                    <a:pt x="6243320" y="70866"/>
                    <a:pt x="6243320" y="159004"/>
                  </a:cubicBezTo>
                  <a:lnTo>
                    <a:pt x="6230620" y="159004"/>
                  </a:lnTo>
                  <a:lnTo>
                    <a:pt x="6243320" y="159004"/>
                  </a:lnTo>
                  <a:lnTo>
                    <a:pt x="6243320" y="597916"/>
                  </a:lnTo>
                  <a:lnTo>
                    <a:pt x="6230620" y="597916"/>
                  </a:lnTo>
                  <a:lnTo>
                    <a:pt x="6243320" y="597916"/>
                  </a:lnTo>
                  <a:cubicBezTo>
                    <a:pt x="6243320" y="686054"/>
                    <a:pt x="6169787" y="756920"/>
                    <a:pt x="6079871" y="756920"/>
                  </a:cubicBezTo>
                  <a:lnTo>
                    <a:pt x="6079871" y="744220"/>
                  </a:lnTo>
                  <a:lnTo>
                    <a:pt x="6079871" y="756920"/>
                  </a:lnTo>
                  <a:lnTo>
                    <a:pt x="163449" y="756920"/>
                  </a:lnTo>
                  <a:lnTo>
                    <a:pt x="163449" y="744220"/>
                  </a:lnTo>
                  <a:lnTo>
                    <a:pt x="163449" y="756920"/>
                  </a:lnTo>
                  <a:cubicBezTo>
                    <a:pt x="73533" y="756920"/>
                    <a:pt x="0" y="686054"/>
                    <a:pt x="0" y="597916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597916"/>
                  </a:lnTo>
                  <a:lnTo>
                    <a:pt x="12700" y="597916"/>
                  </a:lnTo>
                  <a:lnTo>
                    <a:pt x="25400" y="597916"/>
                  </a:lnTo>
                  <a:cubicBezTo>
                    <a:pt x="25400" y="671322"/>
                    <a:pt x="86868" y="731520"/>
                    <a:pt x="163449" y="731520"/>
                  </a:cubicBezTo>
                  <a:lnTo>
                    <a:pt x="6079871" y="731520"/>
                  </a:lnTo>
                  <a:cubicBezTo>
                    <a:pt x="6156452" y="731520"/>
                    <a:pt x="6217920" y="671322"/>
                    <a:pt x="6217920" y="597916"/>
                  </a:cubicBezTo>
                  <a:lnTo>
                    <a:pt x="6217920" y="159004"/>
                  </a:lnTo>
                  <a:cubicBezTo>
                    <a:pt x="6217920" y="85598"/>
                    <a:pt x="6156452" y="25400"/>
                    <a:pt x="6079871" y="25400"/>
                  </a:cubicBezTo>
                  <a:lnTo>
                    <a:pt x="163449" y="25400"/>
                  </a:lnTo>
                  <a:lnTo>
                    <a:pt x="163449" y="12700"/>
                  </a:lnTo>
                  <a:lnTo>
                    <a:pt x="163449" y="25400"/>
                  </a:lnTo>
                  <a:cubicBezTo>
                    <a:pt x="86868" y="25400"/>
                    <a:pt x="25400" y="85598"/>
                    <a:pt x="25400" y="159004"/>
                  </a:cubicBezTo>
                  <a:close/>
                </a:path>
              </a:pathLst>
            </a:custGeom>
            <a:solidFill>
              <a:srgbClr val="8A75E8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2331720" y="7063740"/>
            <a:ext cx="274320" cy="274320"/>
            <a:chOff x="0" y="0"/>
            <a:chExt cx="365760" cy="365760"/>
          </a:xfrm>
        </p:grpSpPr>
        <p:sp>
          <p:nvSpPr>
            <p:cNvPr name="Freeform 52" id="52" descr="preencoded.png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2811780" y="6926580"/>
            <a:ext cx="4114800" cy="548640"/>
            <a:chOff x="0" y="0"/>
            <a:chExt cx="548640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54864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Psicóloga IA 24h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2047875" y="7602855"/>
            <a:ext cx="4682490" cy="567690"/>
            <a:chOff x="0" y="0"/>
            <a:chExt cx="6243320" cy="7569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2700" y="12700"/>
              <a:ext cx="621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6217920">
                  <a:moveTo>
                    <a:pt x="0" y="146304"/>
                  </a:moveTo>
                  <a:cubicBezTo>
                    <a:pt x="0" y="65532"/>
                    <a:pt x="67564" y="0"/>
                    <a:pt x="150749" y="0"/>
                  </a:cubicBezTo>
                  <a:lnTo>
                    <a:pt x="6067171" y="0"/>
                  </a:lnTo>
                  <a:cubicBezTo>
                    <a:pt x="6150483" y="0"/>
                    <a:pt x="6217920" y="65532"/>
                    <a:pt x="6217920" y="146304"/>
                  </a:cubicBezTo>
                  <a:lnTo>
                    <a:pt x="6217920" y="585216"/>
                  </a:lnTo>
                  <a:cubicBezTo>
                    <a:pt x="6217920" y="665988"/>
                    <a:pt x="6150356" y="731520"/>
                    <a:pt x="6067171" y="731520"/>
                  </a:cubicBezTo>
                  <a:lnTo>
                    <a:pt x="150749" y="731520"/>
                  </a:lnTo>
                  <a:cubicBezTo>
                    <a:pt x="67564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3B238F">
                <a:alpha val="48627"/>
              </a:srgbClr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243320" cy="756920"/>
            </a:xfrm>
            <a:custGeom>
              <a:avLst/>
              <a:gdLst/>
              <a:ahLst/>
              <a:cxnLst/>
              <a:rect r="r" b="b" t="t" l="l"/>
              <a:pathLst>
                <a:path h="756920" w="6243320">
                  <a:moveTo>
                    <a:pt x="0" y="159004"/>
                  </a:moveTo>
                  <a:cubicBezTo>
                    <a:pt x="0" y="70866"/>
                    <a:pt x="73533" y="0"/>
                    <a:pt x="163449" y="0"/>
                  </a:cubicBezTo>
                  <a:lnTo>
                    <a:pt x="6079871" y="0"/>
                  </a:lnTo>
                  <a:lnTo>
                    <a:pt x="6079871" y="12700"/>
                  </a:lnTo>
                  <a:lnTo>
                    <a:pt x="6079871" y="0"/>
                  </a:lnTo>
                  <a:cubicBezTo>
                    <a:pt x="6169787" y="0"/>
                    <a:pt x="6243320" y="70866"/>
                    <a:pt x="6243320" y="159004"/>
                  </a:cubicBezTo>
                  <a:lnTo>
                    <a:pt x="6230620" y="159004"/>
                  </a:lnTo>
                  <a:lnTo>
                    <a:pt x="6243320" y="159004"/>
                  </a:lnTo>
                  <a:lnTo>
                    <a:pt x="6243320" y="597916"/>
                  </a:lnTo>
                  <a:lnTo>
                    <a:pt x="6230620" y="597916"/>
                  </a:lnTo>
                  <a:lnTo>
                    <a:pt x="6243320" y="597916"/>
                  </a:lnTo>
                  <a:cubicBezTo>
                    <a:pt x="6243320" y="686054"/>
                    <a:pt x="6169787" y="756920"/>
                    <a:pt x="6079871" y="756920"/>
                  </a:cubicBezTo>
                  <a:lnTo>
                    <a:pt x="6079871" y="744220"/>
                  </a:lnTo>
                  <a:lnTo>
                    <a:pt x="6079871" y="756920"/>
                  </a:lnTo>
                  <a:lnTo>
                    <a:pt x="163449" y="756920"/>
                  </a:lnTo>
                  <a:lnTo>
                    <a:pt x="163449" y="744220"/>
                  </a:lnTo>
                  <a:lnTo>
                    <a:pt x="163449" y="756920"/>
                  </a:lnTo>
                  <a:cubicBezTo>
                    <a:pt x="73533" y="756920"/>
                    <a:pt x="0" y="686054"/>
                    <a:pt x="0" y="597916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597916"/>
                  </a:lnTo>
                  <a:lnTo>
                    <a:pt x="12700" y="597916"/>
                  </a:lnTo>
                  <a:lnTo>
                    <a:pt x="25400" y="597916"/>
                  </a:lnTo>
                  <a:cubicBezTo>
                    <a:pt x="25400" y="671322"/>
                    <a:pt x="86868" y="731520"/>
                    <a:pt x="163449" y="731520"/>
                  </a:cubicBezTo>
                  <a:lnTo>
                    <a:pt x="6079871" y="731520"/>
                  </a:lnTo>
                  <a:cubicBezTo>
                    <a:pt x="6156452" y="731520"/>
                    <a:pt x="6217920" y="671322"/>
                    <a:pt x="6217920" y="597916"/>
                  </a:cubicBezTo>
                  <a:lnTo>
                    <a:pt x="6217920" y="159004"/>
                  </a:lnTo>
                  <a:cubicBezTo>
                    <a:pt x="6217920" y="85598"/>
                    <a:pt x="6156452" y="25400"/>
                    <a:pt x="6079871" y="25400"/>
                  </a:cubicBezTo>
                  <a:lnTo>
                    <a:pt x="163449" y="25400"/>
                  </a:lnTo>
                  <a:lnTo>
                    <a:pt x="163449" y="12700"/>
                  </a:lnTo>
                  <a:lnTo>
                    <a:pt x="163449" y="25400"/>
                  </a:lnTo>
                  <a:cubicBezTo>
                    <a:pt x="86868" y="25400"/>
                    <a:pt x="25400" y="85598"/>
                    <a:pt x="25400" y="159004"/>
                  </a:cubicBezTo>
                  <a:close/>
                </a:path>
              </a:pathLst>
            </a:custGeom>
            <a:solidFill>
              <a:srgbClr val="8A75E8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2331720" y="7749540"/>
            <a:ext cx="274320" cy="274320"/>
            <a:chOff x="0" y="0"/>
            <a:chExt cx="365760" cy="365760"/>
          </a:xfrm>
        </p:grpSpPr>
        <p:sp>
          <p:nvSpPr>
            <p:cNvPr name="Freeform 60" id="60" descr="preencoded.png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2811780" y="7612380"/>
            <a:ext cx="4114800" cy="548640"/>
            <a:chOff x="0" y="0"/>
            <a:chExt cx="5486400" cy="7315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54864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Insights de humor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2047875" y="8288655"/>
            <a:ext cx="4682490" cy="567690"/>
            <a:chOff x="0" y="0"/>
            <a:chExt cx="6243320" cy="7569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2700" y="12700"/>
              <a:ext cx="621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6217920">
                  <a:moveTo>
                    <a:pt x="0" y="146304"/>
                  </a:moveTo>
                  <a:cubicBezTo>
                    <a:pt x="0" y="65532"/>
                    <a:pt x="67564" y="0"/>
                    <a:pt x="150749" y="0"/>
                  </a:cubicBezTo>
                  <a:lnTo>
                    <a:pt x="6067171" y="0"/>
                  </a:lnTo>
                  <a:cubicBezTo>
                    <a:pt x="6150483" y="0"/>
                    <a:pt x="6217920" y="65532"/>
                    <a:pt x="6217920" y="146304"/>
                  </a:cubicBezTo>
                  <a:lnTo>
                    <a:pt x="6217920" y="585216"/>
                  </a:lnTo>
                  <a:cubicBezTo>
                    <a:pt x="6217920" y="665988"/>
                    <a:pt x="6150356" y="731520"/>
                    <a:pt x="6067171" y="731520"/>
                  </a:cubicBezTo>
                  <a:lnTo>
                    <a:pt x="150749" y="731520"/>
                  </a:lnTo>
                  <a:cubicBezTo>
                    <a:pt x="67564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3B238F">
                <a:alpha val="48627"/>
              </a:srgbClr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243320" cy="756920"/>
            </a:xfrm>
            <a:custGeom>
              <a:avLst/>
              <a:gdLst/>
              <a:ahLst/>
              <a:cxnLst/>
              <a:rect r="r" b="b" t="t" l="l"/>
              <a:pathLst>
                <a:path h="756920" w="6243320">
                  <a:moveTo>
                    <a:pt x="0" y="159004"/>
                  </a:moveTo>
                  <a:cubicBezTo>
                    <a:pt x="0" y="70866"/>
                    <a:pt x="73533" y="0"/>
                    <a:pt x="163449" y="0"/>
                  </a:cubicBezTo>
                  <a:lnTo>
                    <a:pt x="6079871" y="0"/>
                  </a:lnTo>
                  <a:lnTo>
                    <a:pt x="6079871" y="12700"/>
                  </a:lnTo>
                  <a:lnTo>
                    <a:pt x="6079871" y="0"/>
                  </a:lnTo>
                  <a:cubicBezTo>
                    <a:pt x="6169787" y="0"/>
                    <a:pt x="6243320" y="70866"/>
                    <a:pt x="6243320" y="159004"/>
                  </a:cubicBezTo>
                  <a:lnTo>
                    <a:pt x="6230620" y="159004"/>
                  </a:lnTo>
                  <a:lnTo>
                    <a:pt x="6243320" y="159004"/>
                  </a:lnTo>
                  <a:lnTo>
                    <a:pt x="6243320" y="597916"/>
                  </a:lnTo>
                  <a:lnTo>
                    <a:pt x="6230620" y="597916"/>
                  </a:lnTo>
                  <a:lnTo>
                    <a:pt x="6243320" y="597916"/>
                  </a:lnTo>
                  <a:cubicBezTo>
                    <a:pt x="6243320" y="686054"/>
                    <a:pt x="6169787" y="756920"/>
                    <a:pt x="6079871" y="756920"/>
                  </a:cubicBezTo>
                  <a:lnTo>
                    <a:pt x="6079871" y="744220"/>
                  </a:lnTo>
                  <a:lnTo>
                    <a:pt x="6079871" y="756920"/>
                  </a:lnTo>
                  <a:lnTo>
                    <a:pt x="163449" y="756920"/>
                  </a:lnTo>
                  <a:lnTo>
                    <a:pt x="163449" y="744220"/>
                  </a:lnTo>
                  <a:lnTo>
                    <a:pt x="163449" y="756920"/>
                  </a:lnTo>
                  <a:cubicBezTo>
                    <a:pt x="73533" y="756920"/>
                    <a:pt x="0" y="686054"/>
                    <a:pt x="0" y="597916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597916"/>
                  </a:lnTo>
                  <a:lnTo>
                    <a:pt x="12700" y="597916"/>
                  </a:lnTo>
                  <a:lnTo>
                    <a:pt x="25400" y="597916"/>
                  </a:lnTo>
                  <a:cubicBezTo>
                    <a:pt x="25400" y="671322"/>
                    <a:pt x="86868" y="731520"/>
                    <a:pt x="163449" y="731520"/>
                  </a:cubicBezTo>
                  <a:lnTo>
                    <a:pt x="6079871" y="731520"/>
                  </a:lnTo>
                  <a:cubicBezTo>
                    <a:pt x="6156452" y="731520"/>
                    <a:pt x="6217920" y="671322"/>
                    <a:pt x="6217920" y="597916"/>
                  </a:cubicBezTo>
                  <a:lnTo>
                    <a:pt x="6217920" y="159004"/>
                  </a:lnTo>
                  <a:cubicBezTo>
                    <a:pt x="6217920" y="85598"/>
                    <a:pt x="6156452" y="25400"/>
                    <a:pt x="6079871" y="25400"/>
                  </a:cubicBezTo>
                  <a:lnTo>
                    <a:pt x="163449" y="25400"/>
                  </a:lnTo>
                  <a:lnTo>
                    <a:pt x="163449" y="12700"/>
                  </a:lnTo>
                  <a:lnTo>
                    <a:pt x="163449" y="25400"/>
                  </a:lnTo>
                  <a:cubicBezTo>
                    <a:pt x="86868" y="25400"/>
                    <a:pt x="25400" y="85598"/>
                    <a:pt x="25400" y="159004"/>
                  </a:cubicBezTo>
                  <a:close/>
                </a:path>
              </a:pathLst>
            </a:custGeom>
            <a:solidFill>
              <a:srgbClr val="8A75E8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2331720" y="8435340"/>
            <a:ext cx="274320" cy="274320"/>
            <a:chOff x="0" y="0"/>
            <a:chExt cx="365760" cy="365760"/>
          </a:xfrm>
        </p:grpSpPr>
        <p:sp>
          <p:nvSpPr>
            <p:cNvPr name="Freeform 68" id="68" descr="preencoded.png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2811780" y="8298180"/>
            <a:ext cx="4114800" cy="548640"/>
            <a:chOff x="0" y="0"/>
            <a:chExt cx="5486400" cy="7315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54864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Comunidade segura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680960" y="2606040"/>
            <a:ext cx="8366760" cy="548640"/>
            <a:chOff x="0" y="0"/>
            <a:chExt cx="11155680" cy="7315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15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146" r="0" b="-24714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57150"/>
              <a:ext cx="111556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1F11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Criar conta gratuita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7690485" y="3073908"/>
            <a:ext cx="8366760" cy="342900"/>
            <a:chOff x="0" y="0"/>
            <a:chExt cx="11155680" cy="4572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1155680" cy="457200"/>
            </a:xfrm>
            <a:custGeom>
              <a:avLst/>
              <a:gdLst/>
              <a:ahLst/>
              <a:cxnLst/>
              <a:rect r="r" b="b" t="t" l="l"/>
              <a:pathLst>
                <a:path h="45720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434" r="0" b="-425434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1115568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-9">
                  <a:solidFill>
                    <a:srgbClr val="6B5BA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Preencha os dados abaixo.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7680960" y="3607308"/>
            <a:ext cx="8366760" cy="274320"/>
            <a:chOff x="0" y="0"/>
            <a:chExt cx="11155680" cy="36576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1155680" cy="365760"/>
            </a:xfrm>
            <a:custGeom>
              <a:avLst/>
              <a:gdLst/>
              <a:ahLst/>
              <a:cxnLst/>
              <a:rect r="r" b="b" t="t" l="l"/>
              <a:pathLst>
                <a:path h="36576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4293" r="0" b="-544293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11155680" cy="403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3F2E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Nome completo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7671435" y="3899535"/>
            <a:ext cx="8385810" cy="540258"/>
            <a:chOff x="0" y="0"/>
            <a:chExt cx="11181080" cy="72034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12700" y="12700"/>
              <a:ext cx="11155680" cy="694944"/>
            </a:xfrm>
            <a:custGeom>
              <a:avLst/>
              <a:gdLst/>
              <a:ahLst/>
              <a:cxnLst/>
              <a:rect r="r" b="b" t="t" l="l"/>
              <a:pathLst>
                <a:path h="694944" w="11155680">
                  <a:moveTo>
                    <a:pt x="0" y="109728"/>
                  </a:moveTo>
                  <a:cubicBezTo>
                    <a:pt x="0" y="49149"/>
                    <a:pt x="50800" y="0"/>
                    <a:pt x="113538" y="0"/>
                  </a:cubicBezTo>
                  <a:lnTo>
                    <a:pt x="11042142" y="0"/>
                  </a:lnTo>
                  <a:cubicBezTo>
                    <a:pt x="11104753" y="0"/>
                    <a:pt x="11155680" y="49149"/>
                    <a:pt x="11155680" y="109728"/>
                  </a:cubicBezTo>
                  <a:lnTo>
                    <a:pt x="11155680" y="585216"/>
                  </a:lnTo>
                  <a:cubicBezTo>
                    <a:pt x="11155680" y="645795"/>
                    <a:pt x="11104880" y="694944"/>
                    <a:pt x="11042142" y="694944"/>
                  </a:cubicBezTo>
                  <a:lnTo>
                    <a:pt x="113538" y="694944"/>
                  </a:lnTo>
                  <a:cubicBezTo>
                    <a:pt x="50800" y="694944"/>
                    <a:pt x="0" y="645795"/>
                    <a:pt x="0" y="585216"/>
                  </a:cubicBezTo>
                  <a:close/>
                </a:path>
              </a:pathLst>
            </a:custGeom>
            <a:solidFill>
              <a:srgbClr val="F5F3FB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1181080" cy="720344"/>
            </a:xfrm>
            <a:custGeom>
              <a:avLst/>
              <a:gdLst/>
              <a:ahLst/>
              <a:cxnLst/>
              <a:rect r="r" b="b" t="t" l="l"/>
              <a:pathLst>
                <a:path h="720344" w="11181080">
                  <a:moveTo>
                    <a:pt x="0" y="122428"/>
                  </a:moveTo>
                  <a:cubicBezTo>
                    <a:pt x="0" y="54356"/>
                    <a:pt x="56896" y="0"/>
                    <a:pt x="126238" y="0"/>
                  </a:cubicBezTo>
                  <a:lnTo>
                    <a:pt x="11054842" y="0"/>
                  </a:lnTo>
                  <a:lnTo>
                    <a:pt x="11054842" y="12700"/>
                  </a:lnTo>
                  <a:lnTo>
                    <a:pt x="11054842" y="0"/>
                  </a:lnTo>
                  <a:cubicBezTo>
                    <a:pt x="11124185" y="0"/>
                    <a:pt x="11181080" y="54356"/>
                    <a:pt x="11181080" y="122428"/>
                  </a:cubicBezTo>
                  <a:lnTo>
                    <a:pt x="11168380" y="122428"/>
                  </a:lnTo>
                  <a:lnTo>
                    <a:pt x="11181080" y="122428"/>
                  </a:lnTo>
                  <a:lnTo>
                    <a:pt x="11181080" y="597916"/>
                  </a:lnTo>
                  <a:lnTo>
                    <a:pt x="11168380" y="597916"/>
                  </a:lnTo>
                  <a:lnTo>
                    <a:pt x="11181080" y="597916"/>
                  </a:lnTo>
                  <a:cubicBezTo>
                    <a:pt x="11181080" y="665988"/>
                    <a:pt x="11124185" y="720344"/>
                    <a:pt x="11054842" y="720344"/>
                  </a:cubicBezTo>
                  <a:lnTo>
                    <a:pt x="11054842" y="707644"/>
                  </a:lnTo>
                  <a:lnTo>
                    <a:pt x="11054842" y="720344"/>
                  </a:lnTo>
                  <a:lnTo>
                    <a:pt x="126238" y="720344"/>
                  </a:lnTo>
                  <a:lnTo>
                    <a:pt x="126238" y="707644"/>
                  </a:lnTo>
                  <a:lnTo>
                    <a:pt x="126238" y="720344"/>
                  </a:lnTo>
                  <a:cubicBezTo>
                    <a:pt x="56896" y="720344"/>
                    <a:pt x="0" y="665988"/>
                    <a:pt x="0" y="597916"/>
                  </a:cubicBezTo>
                  <a:lnTo>
                    <a:pt x="0" y="122428"/>
                  </a:lnTo>
                  <a:lnTo>
                    <a:pt x="12700" y="122428"/>
                  </a:lnTo>
                  <a:lnTo>
                    <a:pt x="0" y="122428"/>
                  </a:lnTo>
                  <a:moveTo>
                    <a:pt x="25400" y="122428"/>
                  </a:moveTo>
                  <a:lnTo>
                    <a:pt x="25400" y="597916"/>
                  </a:lnTo>
                  <a:lnTo>
                    <a:pt x="12700" y="597916"/>
                  </a:lnTo>
                  <a:lnTo>
                    <a:pt x="25400" y="597916"/>
                  </a:lnTo>
                  <a:cubicBezTo>
                    <a:pt x="25400" y="651129"/>
                    <a:pt x="70104" y="694944"/>
                    <a:pt x="126238" y="694944"/>
                  </a:cubicBezTo>
                  <a:lnTo>
                    <a:pt x="11054842" y="694944"/>
                  </a:lnTo>
                  <a:cubicBezTo>
                    <a:pt x="11110849" y="694944"/>
                    <a:pt x="11155680" y="651129"/>
                    <a:pt x="11155680" y="597916"/>
                  </a:cubicBezTo>
                  <a:lnTo>
                    <a:pt x="11155680" y="122428"/>
                  </a:lnTo>
                  <a:cubicBezTo>
                    <a:pt x="11155680" y="69215"/>
                    <a:pt x="11110976" y="25400"/>
                    <a:pt x="11054842" y="25400"/>
                  </a:cubicBezTo>
                  <a:lnTo>
                    <a:pt x="126238" y="25400"/>
                  </a:lnTo>
                  <a:lnTo>
                    <a:pt x="126238" y="12700"/>
                  </a:lnTo>
                  <a:lnTo>
                    <a:pt x="126238" y="25400"/>
                  </a:lnTo>
                  <a:cubicBezTo>
                    <a:pt x="70104" y="25400"/>
                    <a:pt x="25400" y="69215"/>
                    <a:pt x="25400" y="122428"/>
                  </a:cubicBezTo>
                  <a:close/>
                </a:path>
              </a:pathLst>
            </a:custGeom>
            <a:solidFill>
              <a:srgbClr val="E4DDF5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7886700" y="4046220"/>
            <a:ext cx="274320" cy="274320"/>
            <a:chOff x="0" y="0"/>
            <a:chExt cx="365760" cy="365760"/>
          </a:xfrm>
        </p:grpSpPr>
        <p:sp>
          <p:nvSpPr>
            <p:cNvPr name="Freeform 85" id="85" descr="preencoded.png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8298180" y="3909060"/>
            <a:ext cx="7680960" cy="521208"/>
            <a:chOff x="0" y="0"/>
            <a:chExt cx="10241280" cy="69494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241280" cy="694944"/>
            </a:xfrm>
            <a:custGeom>
              <a:avLst/>
              <a:gdLst/>
              <a:ahLst/>
              <a:cxnLst/>
              <a:rect r="r" b="b" t="t" l="l"/>
              <a:pathLst>
                <a:path h="69494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147" r="0" b="-237147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28575"/>
              <a:ext cx="10241280" cy="723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5B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Digite seu nome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7680960" y="4704588"/>
            <a:ext cx="8366760" cy="274320"/>
            <a:chOff x="0" y="0"/>
            <a:chExt cx="11155680" cy="36576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1155680" cy="365760"/>
            </a:xfrm>
            <a:custGeom>
              <a:avLst/>
              <a:gdLst/>
              <a:ahLst/>
              <a:cxnLst/>
              <a:rect r="r" b="b" t="t" l="l"/>
              <a:pathLst>
                <a:path h="36576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4293" r="0" b="-544293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11155680" cy="403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3F2E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E-mail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7671435" y="4996815"/>
            <a:ext cx="8385810" cy="540258"/>
            <a:chOff x="0" y="0"/>
            <a:chExt cx="11181080" cy="72034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2700" y="12700"/>
              <a:ext cx="11155680" cy="694944"/>
            </a:xfrm>
            <a:custGeom>
              <a:avLst/>
              <a:gdLst/>
              <a:ahLst/>
              <a:cxnLst/>
              <a:rect r="r" b="b" t="t" l="l"/>
              <a:pathLst>
                <a:path h="694944" w="11155680">
                  <a:moveTo>
                    <a:pt x="0" y="109728"/>
                  </a:moveTo>
                  <a:cubicBezTo>
                    <a:pt x="0" y="49149"/>
                    <a:pt x="50800" y="0"/>
                    <a:pt x="113538" y="0"/>
                  </a:cubicBezTo>
                  <a:lnTo>
                    <a:pt x="11042142" y="0"/>
                  </a:lnTo>
                  <a:cubicBezTo>
                    <a:pt x="11104753" y="0"/>
                    <a:pt x="11155680" y="49149"/>
                    <a:pt x="11155680" y="109728"/>
                  </a:cubicBezTo>
                  <a:lnTo>
                    <a:pt x="11155680" y="585216"/>
                  </a:lnTo>
                  <a:cubicBezTo>
                    <a:pt x="11155680" y="645795"/>
                    <a:pt x="11104880" y="694944"/>
                    <a:pt x="11042142" y="694944"/>
                  </a:cubicBezTo>
                  <a:lnTo>
                    <a:pt x="113538" y="694944"/>
                  </a:lnTo>
                  <a:cubicBezTo>
                    <a:pt x="50800" y="694944"/>
                    <a:pt x="0" y="645795"/>
                    <a:pt x="0" y="585216"/>
                  </a:cubicBezTo>
                  <a:close/>
                </a:path>
              </a:pathLst>
            </a:custGeom>
            <a:solidFill>
              <a:srgbClr val="F5F3FB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1181080" cy="720344"/>
            </a:xfrm>
            <a:custGeom>
              <a:avLst/>
              <a:gdLst/>
              <a:ahLst/>
              <a:cxnLst/>
              <a:rect r="r" b="b" t="t" l="l"/>
              <a:pathLst>
                <a:path h="720344" w="11181080">
                  <a:moveTo>
                    <a:pt x="0" y="122428"/>
                  </a:moveTo>
                  <a:cubicBezTo>
                    <a:pt x="0" y="54356"/>
                    <a:pt x="56896" y="0"/>
                    <a:pt x="126238" y="0"/>
                  </a:cubicBezTo>
                  <a:lnTo>
                    <a:pt x="11054842" y="0"/>
                  </a:lnTo>
                  <a:lnTo>
                    <a:pt x="11054842" y="12700"/>
                  </a:lnTo>
                  <a:lnTo>
                    <a:pt x="11054842" y="0"/>
                  </a:lnTo>
                  <a:cubicBezTo>
                    <a:pt x="11124185" y="0"/>
                    <a:pt x="11181080" y="54356"/>
                    <a:pt x="11181080" y="122428"/>
                  </a:cubicBezTo>
                  <a:lnTo>
                    <a:pt x="11168380" y="122428"/>
                  </a:lnTo>
                  <a:lnTo>
                    <a:pt x="11181080" y="122428"/>
                  </a:lnTo>
                  <a:lnTo>
                    <a:pt x="11181080" y="597916"/>
                  </a:lnTo>
                  <a:lnTo>
                    <a:pt x="11168380" y="597916"/>
                  </a:lnTo>
                  <a:lnTo>
                    <a:pt x="11181080" y="597916"/>
                  </a:lnTo>
                  <a:cubicBezTo>
                    <a:pt x="11181080" y="665988"/>
                    <a:pt x="11124185" y="720344"/>
                    <a:pt x="11054842" y="720344"/>
                  </a:cubicBezTo>
                  <a:lnTo>
                    <a:pt x="11054842" y="707644"/>
                  </a:lnTo>
                  <a:lnTo>
                    <a:pt x="11054842" y="720344"/>
                  </a:lnTo>
                  <a:lnTo>
                    <a:pt x="126238" y="720344"/>
                  </a:lnTo>
                  <a:lnTo>
                    <a:pt x="126238" y="707644"/>
                  </a:lnTo>
                  <a:lnTo>
                    <a:pt x="126238" y="720344"/>
                  </a:lnTo>
                  <a:cubicBezTo>
                    <a:pt x="56896" y="720344"/>
                    <a:pt x="0" y="665988"/>
                    <a:pt x="0" y="597916"/>
                  </a:cubicBezTo>
                  <a:lnTo>
                    <a:pt x="0" y="122428"/>
                  </a:lnTo>
                  <a:lnTo>
                    <a:pt x="12700" y="122428"/>
                  </a:lnTo>
                  <a:lnTo>
                    <a:pt x="0" y="122428"/>
                  </a:lnTo>
                  <a:moveTo>
                    <a:pt x="25400" y="122428"/>
                  </a:moveTo>
                  <a:lnTo>
                    <a:pt x="25400" y="597916"/>
                  </a:lnTo>
                  <a:lnTo>
                    <a:pt x="12700" y="597916"/>
                  </a:lnTo>
                  <a:lnTo>
                    <a:pt x="25400" y="597916"/>
                  </a:lnTo>
                  <a:cubicBezTo>
                    <a:pt x="25400" y="651129"/>
                    <a:pt x="70104" y="694944"/>
                    <a:pt x="126238" y="694944"/>
                  </a:cubicBezTo>
                  <a:lnTo>
                    <a:pt x="11054842" y="694944"/>
                  </a:lnTo>
                  <a:cubicBezTo>
                    <a:pt x="11110849" y="694944"/>
                    <a:pt x="11155680" y="651129"/>
                    <a:pt x="11155680" y="597916"/>
                  </a:cubicBezTo>
                  <a:lnTo>
                    <a:pt x="11155680" y="122428"/>
                  </a:lnTo>
                  <a:cubicBezTo>
                    <a:pt x="11155680" y="69215"/>
                    <a:pt x="11110976" y="25400"/>
                    <a:pt x="11054842" y="25400"/>
                  </a:cubicBezTo>
                  <a:lnTo>
                    <a:pt x="126238" y="25400"/>
                  </a:lnTo>
                  <a:lnTo>
                    <a:pt x="126238" y="12700"/>
                  </a:lnTo>
                  <a:lnTo>
                    <a:pt x="126238" y="25400"/>
                  </a:lnTo>
                  <a:cubicBezTo>
                    <a:pt x="70104" y="25400"/>
                    <a:pt x="25400" y="69215"/>
                    <a:pt x="25400" y="122428"/>
                  </a:cubicBezTo>
                  <a:close/>
                </a:path>
              </a:pathLst>
            </a:custGeom>
            <a:solidFill>
              <a:srgbClr val="E4DDF5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7886700" y="5143500"/>
            <a:ext cx="274320" cy="274320"/>
            <a:chOff x="0" y="0"/>
            <a:chExt cx="365760" cy="365760"/>
          </a:xfrm>
        </p:grpSpPr>
        <p:sp>
          <p:nvSpPr>
            <p:cNvPr name="Freeform 96" id="96" descr="preencoded.png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8298180" y="5006340"/>
            <a:ext cx="7680960" cy="521208"/>
            <a:chOff x="0" y="0"/>
            <a:chExt cx="10241280" cy="69494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241280" cy="694944"/>
            </a:xfrm>
            <a:custGeom>
              <a:avLst/>
              <a:gdLst/>
              <a:ahLst/>
              <a:cxnLst/>
              <a:rect r="r" b="b" t="t" l="l"/>
              <a:pathLst>
                <a:path h="69494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147" r="0" b="-237147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28575"/>
              <a:ext cx="10241280" cy="723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5B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voce@email.com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7680960" y="5801868"/>
            <a:ext cx="8366760" cy="274320"/>
            <a:chOff x="0" y="0"/>
            <a:chExt cx="11155680" cy="36576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1155680" cy="365760"/>
            </a:xfrm>
            <a:custGeom>
              <a:avLst/>
              <a:gdLst/>
              <a:ahLst/>
              <a:cxnLst/>
              <a:rect r="r" b="b" t="t" l="l"/>
              <a:pathLst>
                <a:path h="36576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4293" r="0" b="-544293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11155680" cy="403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3F2E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Senha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7671435" y="6094095"/>
            <a:ext cx="8385810" cy="540258"/>
            <a:chOff x="0" y="0"/>
            <a:chExt cx="11181080" cy="72034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12700" y="12700"/>
              <a:ext cx="11155680" cy="694944"/>
            </a:xfrm>
            <a:custGeom>
              <a:avLst/>
              <a:gdLst/>
              <a:ahLst/>
              <a:cxnLst/>
              <a:rect r="r" b="b" t="t" l="l"/>
              <a:pathLst>
                <a:path h="694944" w="11155680">
                  <a:moveTo>
                    <a:pt x="0" y="109728"/>
                  </a:moveTo>
                  <a:cubicBezTo>
                    <a:pt x="0" y="49149"/>
                    <a:pt x="50800" y="0"/>
                    <a:pt x="113538" y="0"/>
                  </a:cubicBezTo>
                  <a:lnTo>
                    <a:pt x="11042142" y="0"/>
                  </a:lnTo>
                  <a:cubicBezTo>
                    <a:pt x="11104753" y="0"/>
                    <a:pt x="11155680" y="49149"/>
                    <a:pt x="11155680" y="109728"/>
                  </a:cubicBezTo>
                  <a:lnTo>
                    <a:pt x="11155680" y="585216"/>
                  </a:lnTo>
                  <a:cubicBezTo>
                    <a:pt x="11155680" y="645795"/>
                    <a:pt x="11104880" y="694944"/>
                    <a:pt x="11042142" y="694944"/>
                  </a:cubicBezTo>
                  <a:lnTo>
                    <a:pt x="113538" y="694944"/>
                  </a:lnTo>
                  <a:cubicBezTo>
                    <a:pt x="50800" y="694944"/>
                    <a:pt x="0" y="645795"/>
                    <a:pt x="0" y="585216"/>
                  </a:cubicBezTo>
                  <a:close/>
                </a:path>
              </a:pathLst>
            </a:custGeom>
            <a:solidFill>
              <a:srgbClr val="F5F3FB"/>
            </a:solidFill>
          </p:spPr>
        </p:sp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1181080" cy="720344"/>
            </a:xfrm>
            <a:custGeom>
              <a:avLst/>
              <a:gdLst/>
              <a:ahLst/>
              <a:cxnLst/>
              <a:rect r="r" b="b" t="t" l="l"/>
              <a:pathLst>
                <a:path h="720344" w="11181080">
                  <a:moveTo>
                    <a:pt x="0" y="122428"/>
                  </a:moveTo>
                  <a:cubicBezTo>
                    <a:pt x="0" y="54356"/>
                    <a:pt x="56896" y="0"/>
                    <a:pt x="126238" y="0"/>
                  </a:cubicBezTo>
                  <a:lnTo>
                    <a:pt x="11054842" y="0"/>
                  </a:lnTo>
                  <a:lnTo>
                    <a:pt x="11054842" y="12700"/>
                  </a:lnTo>
                  <a:lnTo>
                    <a:pt x="11054842" y="0"/>
                  </a:lnTo>
                  <a:cubicBezTo>
                    <a:pt x="11124185" y="0"/>
                    <a:pt x="11181080" y="54356"/>
                    <a:pt x="11181080" y="122428"/>
                  </a:cubicBezTo>
                  <a:lnTo>
                    <a:pt x="11168380" y="122428"/>
                  </a:lnTo>
                  <a:lnTo>
                    <a:pt x="11181080" y="122428"/>
                  </a:lnTo>
                  <a:lnTo>
                    <a:pt x="11181080" y="597916"/>
                  </a:lnTo>
                  <a:lnTo>
                    <a:pt x="11168380" y="597916"/>
                  </a:lnTo>
                  <a:lnTo>
                    <a:pt x="11181080" y="597916"/>
                  </a:lnTo>
                  <a:cubicBezTo>
                    <a:pt x="11181080" y="665988"/>
                    <a:pt x="11124185" y="720344"/>
                    <a:pt x="11054842" y="720344"/>
                  </a:cubicBezTo>
                  <a:lnTo>
                    <a:pt x="11054842" y="707644"/>
                  </a:lnTo>
                  <a:lnTo>
                    <a:pt x="11054842" y="720344"/>
                  </a:lnTo>
                  <a:lnTo>
                    <a:pt x="126238" y="720344"/>
                  </a:lnTo>
                  <a:lnTo>
                    <a:pt x="126238" y="707644"/>
                  </a:lnTo>
                  <a:lnTo>
                    <a:pt x="126238" y="720344"/>
                  </a:lnTo>
                  <a:cubicBezTo>
                    <a:pt x="56896" y="720344"/>
                    <a:pt x="0" y="665988"/>
                    <a:pt x="0" y="597916"/>
                  </a:cubicBezTo>
                  <a:lnTo>
                    <a:pt x="0" y="122428"/>
                  </a:lnTo>
                  <a:lnTo>
                    <a:pt x="12700" y="122428"/>
                  </a:lnTo>
                  <a:lnTo>
                    <a:pt x="0" y="122428"/>
                  </a:lnTo>
                  <a:moveTo>
                    <a:pt x="25400" y="122428"/>
                  </a:moveTo>
                  <a:lnTo>
                    <a:pt x="25400" y="597916"/>
                  </a:lnTo>
                  <a:lnTo>
                    <a:pt x="12700" y="597916"/>
                  </a:lnTo>
                  <a:lnTo>
                    <a:pt x="25400" y="597916"/>
                  </a:lnTo>
                  <a:cubicBezTo>
                    <a:pt x="25400" y="651129"/>
                    <a:pt x="70104" y="694944"/>
                    <a:pt x="126238" y="694944"/>
                  </a:cubicBezTo>
                  <a:lnTo>
                    <a:pt x="11054842" y="694944"/>
                  </a:lnTo>
                  <a:cubicBezTo>
                    <a:pt x="11110849" y="694944"/>
                    <a:pt x="11155680" y="651129"/>
                    <a:pt x="11155680" y="597916"/>
                  </a:cubicBezTo>
                  <a:lnTo>
                    <a:pt x="11155680" y="122428"/>
                  </a:lnTo>
                  <a:cubicBezTo>
                    <a:pt x="11155680" y="69215"/>
                    <a:pt x="11110976" y="25400"/>
                    <a:pt x="11054842" y="25400"/>
                  </a:cubicBezTo>
                  <a:lnTo>
                    <a:pt x="126238" y="25400"/>
                  </a:lnTo>
                  <a:lnTo>
                    <a:pt x="126238" y="12700"/>
                  </a:lnTo>
                  <a:lnTo>
                    <a:pt x="126238" y="25400"/>
                  </a:lnTo>
                  <a:cubicBezTo>
                    <a:pt x="70104" y="25400"/>
                    <a:pt x="25400" y="69215"/>
                    <a:pt x="25400" y="122428"/>
                  </a:cubicBezTo>
                  <a:close/>
                </a:path>
              </a:pathLst>
            </a:custGeom>
            <a:solidFill>
              <a:srgbClr val="E4DDF5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7886700" y="6240780"/>
            <a:ext cx="274320" cy="274320"/>
            <a:chOff x="0" y="0"/>
            <a:chExt cx="365760" cy="365760"/>
          </a:xfrm>
        </p:grpSpPr>
        <p:sp>
          <p:nvSpPr>
            <p:cNvPr name="Freeform 107" id="107" descr="preencoded.png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8298180" y="6103620"/>
            <a:ext cx="7680960" cy="521208"/>
            <a:chOff x="0" y="0"/>
            <a:chExt cx="10241280" cy="694944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0241280" cy="694944"/>
            </a:xfrm>
            <a:custGeom>
              <a:avLst/>
              <a:gdLst/>
              <a:ahLst/>
              <a:cxnLst/>
              <a:rect r="r" b="b" t="t" l="l"/>
              <a:pathLst>
                <a:path h="69494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147" r="0" b="-237147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28575"/>
              <a:ext cx="10241280" cy="723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5B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••••••••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7680960" y="6899148"/>
            <a:ext cx="8366760" cy="274320"/>
            <a:chOff x="0" y="0"/>
            <a:chExt cx="11155680" cy="36576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1155680" cy="365760"/>
            </a:xfrm>
            <a:custGeom>
              <a:avLst/>
              <a:gdLst/>
              <a:ahLst/>
              <a:cxnLst/>
              <a:rect r="r" b="b" t="t" l="l"/>
              <a:pathLst>
                <a:path h="36576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4293" r="0" b="-544293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11155680" cy="403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3F2E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Confirmar senha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7671435" y="7191375"/>
            <a:ext cx="8385810" cy="540258"/>
            <a:chOff x="0" y="0"/>
            <a:chExt cx="11181080" cy="720344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12700" y="12700"/>
              <a:ext cx="11155680" cy="694944"/>
            </a:xfrm>
            <a:custGeom>
              <a:avLst/>
              <a:gdLst/>
              <a:ahLst/>
              <a:cxnLst/>
              <a:rect r="r" b="b" t="t" l="l"/>
              <a:pathLst>
                <a:path h="694944" w="11155680">
                  <a:moveTo>
                    <a:pt x="0" y="109728"/>
                  </a:moveTo>
                  <a:cubicBezTo>
                    <a:pt x="0" y="49149"/>
                    <a:pt x="50800" y="0"/>
                    <a:pt x="113538" y="0"/>
                  </a:cubicBezTo>
                  <a:lnTo>
                    <a:pt x="11042142" y="0"/>
                  </a:lnTo>
                  <a:cubicBezTo>
                    <a:pt x="11104753" y="0"/>
                    <a:pt x="11155680" y="49149"/>
                    <a:pt x="11155680" y="109728"/>
                  </a:cubicBezTo>
                  <a:lnTo>
                    <a:pt x="11155680" y="585216"/>
                  </a:lnTo>
                  <a:cubicBezTo>
                    <a:pt x="11155680" y="645795"/>
                    <a:pt x="11104880" y="694944"/>
                    <a:pt x="11042142" y="694944"/>
                  </a:cubicBezTo>
                  <a:lnTo>
                    <a:pt x="113538" y="694944"/>
                  </a:lnTo>
                  <a:cubicBezTo>
                    <a:pt x="50800" y="694944"/>
                    <a:pt x="0" y="645795"/>
                    <a:pt x="0" y="585216"/>
                  </a:cubicBezTo>
                  <a:close/>
                </a:path>
              </a:pathLst>
            </a:custGeom>
            <a:solidFill>
              <a:srgbClr val="F5F3FB"/>
            </a:solidFill>
          </p:spPr>
        </p:sp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1181080" cy="720344"/>
            </a:xfrm>
            <a:custGeom>
              <a:avLst/>
              <a:gdLst/>
              <a:ahLst/>
              <a:cxnLst/>
              <a:rect r="r" b="b" t="t" l="l"/>
              <a:pathLst>
                <a:path h="720344" w="11181080">
                  <a:moveTo>
                    <a:pt x="0" y="122428"/>
                  </a:moveTo>
                  <a:cubicBezTo>
                    <a:pt x="0" y="54356"/>
                    <a:pt x="56896" y="0"/>
                    <a:pt x="126238" y="0"/>
                  </a:cubicBezTo>
                  <a:lnTo>
                    <a:pt x="11054842" y="0"/>
                  </a:lnTo>
                  <a:lnTo>
                    <a:pt x="11054842" y="12700"/>
                  </a:lnTo>
                  <a:lnTo>
                    <a:pt x="11054842" y="0"/>
                  </a:lnTo>
                  <a:cubicBezTo>
                    <a:pt x="11124185" y="0"/>
                    <a:pt x="11181080" y="54356"/>
                    <a:pt x="11181080" y="122428"/>
                  </a:cubicBezTo>
                  <a:lnTo>
                    <a:pt x="11168380" y="122428"/>
                  </a:lnTo>
                  <a:lnTo>
                    <a:pt x="11181080" y="122428"/>
                  </a:lnTo>
                  <a:lnTo>
                    <a:pt x="11181080" y="597916"/>
                  </a:lnTo>
                  <a:lnTo>
                    <a:pt x="11168380" y="597916"/>
                  </a:lnTo>
                  <a:lnTo>
                    <a:pt x="11181080" y="597916"/>
                  </a:lnTo>
                  <a:cubicBezTo>
                    <a:pt x="11181080" y="665988"/>
                    <a:pt x="11124185" y="720344"/>
                    <a:pt x="11054842" y="720344"/>
                  </a:cubicBezTo>
                  <a:lnTo>
                    <a:pt x="11054842" y="707644"/>
                  </a:lnTo>
                  <a:lnTo>
                    <a:pt x="11054842" y="720344"/>
                  </a:lnTo>
                  <a:lnTo>
                    <a:pt x="126238" y="720344"/>
                  </a:lnTo>
                  <a:lnTo>
                    <a:pt x="126238" y="707644"/>
                  </a:lnTo>
                  <a:lnTo>
                    <a:pt x="126238" y="720344"/>
                  </a:lnTo>
                  <a:cubicBezTo>
                    <a:pt x="56896" y="720344"/>
                    <a:pt x="0" y="665988"/>
                    <a:pt x="0" y="597916"/>
                  </a:cubicBezTo>
                  <a:lnTo>
                    <a:pt x="0" y="122428"/>
                  </a:lnTo>
                  <a:lnTo>
                    <a:pt x="12700" y="122428"/>
                  </a:lnTo>
                  <a:lnTo>
                    <a:pt x="0" y="122428"/>
                  </a:lnTo>
                  <a:moveTo>
                    <a:pt x="25400" y="122428"/>
                  </a:moveTo>
                  <a:lnTo>
                    <a:pt x="25400" y="597916"/>
                  </a:lnTo>
                  <a:lnTo>
                    <a:pt x="12700" y="597916"/>
                  </a:lnTo>
                  <a:lnTo>
                    <a:pt x="25400" y="597916"/>
                  </a:lnTo>
                  <a:cubicBezTo>
                    <a:pt x="25400" y="651129"/>
                    <a:pt x="70104" y="694944"/>
                    <a:pt x="126238" y="694944"/>
                  </a:cubicBezTo>
                  <a:lnTo>
                    <a:pt x="11054842" y="694944"/>
                  </a:lnTo>
                  <a:cubicBezTo>
                    <a:pt x="11110849" y="694944"/>
                    <a:pt x="11155680" y="651129"/>
                    <a:pt x="11155680" y="597916"/>
                  </a:cubicBezTo>
                  <a:lnTo>
                    <a:pt x="11155680" y="122428"/>
                  </a:lnTo>
                  <a:cubicBezTo>
                    <a:pt x="11155680" y="69215"/>
                    <a:pt x="11110976" y="25400"/>
                    <a:pt x="11054842" y="25400"/>
                  </a:cubicBezTo>
                  <a:lnTo>
                    <a:pt x="126238" y="25400"/>
                  </a:lnTo>
                  <a:lnTo>
                    <a:pt x="126238" y="12700"/>
                  </a:lnTo>
                  <a:lnTo>
                    <a:pt x="126238" y="25400"/>
                  </a:lnTo>
                  <a:cubicBezTo>
                    <a:pt x="70104" y="25400"/>
                    <a:pt x="25400" y="69215"/>
                    <a:pt x="25400" y="122428"/>
                  </a:cubicBezTo>
                  <a:close/>
                </a:path>
              </a:pathLst>
            </a:custGeom>
            <a:solidFill>
              <a:srgbClr val="E4DDF5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7886700" y="7338060"/>
            <a:ext cx="274320" cy="274320"/>
            <a:chOff x="0" y="0"/>
            <a:chExt cx="365760" cy="365760"/>
          </a:xfrm>
        </p:grpSpPr>
        <p:sp>
          <p:nvSpPr>
            <p:cNvPr name="Freeform 118" id="118" descr="preencoded.png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8298180" y="7200900"/>
            <a:ext cx="7680960" cy="521208"/>
            <a:chOff x="0" y="0"/>
            <a:chExt cx="10241280" cy="694944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0241280" cy="694944"/>
            </a:xfrm>
            <a:custGeom>
              <a:avLst/>
              <a:gdLst/>
              <a:ahLst/>
              <a:cxnLst/>
              <a:rect r="r" b="b" t="t" l="l"/>
              <a:pathLst>
                <a:path h="69494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147" r="0" b="-237147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28575"/>
              <a:ext cx="10241280" cy="723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5B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••••••••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7671435" y="8288655"/>
            <a:ext cx="293370" cy="293370"/>
            <a:chOff x="0" y="0"/>
            <a:chExt cx="391160" cy="39116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2700" y="1270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292608" y="0"/>
                  </a:lnTo>
                  <a:cubicBezTo>
                    <a:pt x="332994" y="0"/>
                    <a:pt x="365760" y="32766"/>
                    <a:pt x="365760" y="73152"/>
                  </a:cubicBezTo>
                  <a:lnTo>
                    <a:pt x="365760" y="292608"/>
                  </a:lnTo>
                  <a:cubicBezTo>
                    <a:pt x="365760" y="332994"/>
                    <a:pt x="332994" y="365760"/>
                    <a:pt x="292608" y="365760"/>
                  </a:cubicBezTo>
                  <a:lnTo>
                    <a:pt x="73152" y="365760"/>
                  </a:lnTo>
                  <a:cubicBezTo>
                    <a:pt x="32766" y="365760"/>
                    <a:pt x="0" y="332994"/>
                    <a:pt x="0" y="292608"/>
                  </a:cubicBezTo>
                  <a:close/>
                </a:path>
              </a:pathLst>
            </a:custGeom>
            <a:solidFill>
              <a:srgbClr val="5B3FD9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391160" cy="391160"/>
            </a:xfrm>
            <a:custGeom>
              <a:avLst/>
              <a:gdLst/>
              <a:ahLst/>
              <a:cxnLst/>
              <a:rect r="r" b="b" t="t" l="l"/>
              <a:pathLst>
                <a:path h="391160" w="391160">
                  <a:moveTo>
                    <a:pt x="0" y="85852"/>
                  </a:moveTo>
                  <a:cubicBezTo>
                    <a:pt x="0" y="38481"/>
                    <a:pt x="38481" y="0"/>
                    <a:pt x="85852" y="0"/>
                  </a:cubicBezTo>
                  <a:lnTo>
                    <a:pt x="305308" y="0"/>
                  </a:lnTo>
                  <a:lnTo>
                    <a:pt x="305308" y="12700"/>
                  </a:lnTo>
                  <a:lnTo>
                    <a:pt x="305308" y="0"/>
                  </a:lnTo>
                  <a:lnTo>
                    <a:pt x="305308" y="12700"/>
                  </a:lnTo>
                  <a:lnTo>
                    <a:pt x="305308" y="0"/>
                  </a:lnTo>
                  <a:cubicBezTo>
                    <a:pt x="352679" y="0"/>
                    <a:pt x="391160" y="38481"/>
                    <a:pt x="391160" y="85852"/>
                  </a:cubicBezTo>
                  <a:lnTo>
                    <a:pt x="391160" y="305308"/>
                  </a:lnTo>
                  <a:lnTo>
                    <a:pt x="378460" y="305308"/>
                  </a:lnTo>
                  <a:lnTo>
                    <a:pt x="391160" y="305308"/>
                  </a:lnTo>
                  <a:cubicBezTo>
                    <a:pt x="391160" y="352679"/>
                    <a:pt x="352679" y="391160"/>
                    <a:pt x="305308" y="391160"/>
                  </a:cubicBezTo>
                  <a:lnTo>
                    <a:pt x="305308" y="378460"/>
                  </a:lnTo>
                  <a:lnTo>
                    <a:pt x="305308" y="391160"/>
                  </a:lnTo>
                  <a:lnTo>
                    <a:pt x="85852" y="391160"/>
                  </a:lnTo>
                  <a:lnTo>
                    <a:pt x="85852" y="378460"/>
                  </a:lnTo>
                  <a:lnTo>
                    <a:pt x="85852" y="391160"/>
                  </a:lnTo>
                  <a:cubicBezTo>
                    <a:pt x="38481" y="391160"/>
                    <a:pt x="0" y="352679"/>
                    <a:pt x="0" y="305308"/>
                  </a:cubicBezTo>
                  <a:lnTo>
                    <a:pt x="0" y="85852"/>
                  </a:lnTo>
                  <a:lnTo>
                    <a:pt x="12700" y="85852"/>
                  </a:lnTo>
                  <a:lnTo>
                    <a:pt x="0" y="85852"/>
                  </a:lnTo>
                  <a:moveTo>
                    <a:pt x="25400" y="85852"/>
                  </a:moveTo>
                  <a:lnTo>
                    <a:pt x="25400" y="305308"/>
                  </a:lnTo>
                  <a:lnTo>
                    <a:pt x="12700" y="305308"/>
                  </a:lnTo>
                  <a:lnTo>
                    <a:pt x="25400" y="305308"/>
                  </a:lnTo>
                  <a:cubicBezTo>
                    <a:pt x="25400" y="338709"/>
                    <a:pt x="52451" y="365760"/>
                    <a:pt x="85852" y="365760"/>
                  </a:cubicBezTo>
                  <a:lnTo>
                    <a:pt x="305308" y="365760"/>
                  </a:lnTo>
                  <a:cubicBezTo>
                    <a:pt x="338709" y="365760"/>
                    <a:pt x="365760" y="338709"/>
                    <a:pt x="365760" y="305308"/>
                  </a:cubicBezTo>
                  <a:lnTo>
                    <a:pt x="365760" y="85852"/>
                  </a:lnTo>
                  <a:lnTo>
                    <a:pt x="378460" y="85852"/>
                  </a:lnTo>
                  <a:lnTo>
                    <a:pt x="365760" y="85852"/>
                  </a:lnTo>
                  <a:cubicBezTo>
                    <a:pt x="365760" y="52451"/>
                    <a:pt x="338709" y="25400"/>
                    <a:pt x="305308" y="25400"/>
                  </a:cubicBezTo>
                  <a:lnTo>
                    <a:pt x="85852" y="25400"/>
                  </a:lnTo>
                  <a:lnTo>
                    <a:pt x="85852" y="12700"/>
                  </a:lnTo>
                  <a:lnTo>
                    <a:pt x="85852" y="25400"/>
                  </a:lnTo>
                  <a:cubicBezTo>
                    <a:pt x="52451" y="25400"/>
                    <a:pt x="25400" y="52451"/>
                    <a:pt x="25400" y="85852"/>
                  </a:cubicBezTo>
                  <a:close/>
                </a:path>
              </a:pathLst>
            </a:custGeom>
            <a:solidFill>
              <a:srgbClr val="5B3FD9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7722108" y="8339328"/>
            <a:ext cx="192024" cy="192024"/>
            <a:chOff x="0" y="0"/>
            <a:chExt cx="256032" cy="256032"/>
          </a:xfrm>
        </p:grpSpPr>
        <p:sp>
          <p:nvSpPr>
            <p:cNvPr name="Freeform 126" id="126" descr="preencoded.png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0"/>
                  </a:moveTo>
                  <a:lnTo>
                    <a:pt x="256032" y="0"/>
                  </a:lnTo>
                  <a:lnTo>
                    <a:pt x="256032" y="256032"/>
                  </a:lnTo>
                  <a:lnTo>
                    <a:pt x="0" y="256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8092440" y="8229600"/>
            <a:ext cx="8092440" cy="411480"/>
            <a:chOff x="0" y="0"/>
            <a:chExt cx="10789920" cy="54864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0789920" cy="548640"/>
            </a:xfrm>
            <a:custGeom>
              <a:avLst/>
              <a:gdLst/>
              <a:ahLst/>
              <a:cxnLst/>
              <a:rect r="r" b="b" t="t" l="l"/>
              <a:pathLst>
                <a:path h="54864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38100"/>
              <a:ext cx="107899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F2E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Aceito os Termos de Uso e Política de Privacidade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7671435" y="8768715"/>
            <a:ext cx="8385810" cy="704850"/>
            <a:chOff x="0" y="0"/>
            <a:chExt cx="11181080" cy="93980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12700" y="12700"/>
              <a:ext cx="11155680" cy="914400"/>
            </a:xfrm>
            <a:custGeom>
              <a:avLst/>
              <a:gdLst/>
              <a:ahLst/>
              <a:cxnLst/>
              <a:rect r="r" b="b" t="t" l="l"/>
              <a:pathLst>
                <a:path h="914400" w="11155680">
                  <a:moveTo>
                    <a:pt x="0" y="146304"/>
                  </a:moveTo>
                  <a:cubicBezTo>
                    <a:pt x="0" y="65532"/>
                    <a:pt x="67183" y="0"/>
                    <a:pt x="149987" y="0"/>
                  </a:cubicBezTo>
                  <a:lnTo>
                    <a:pt x="11005693" y="0"/>
                  </a:lnTo>
                  <a:cubicBezTo>
                    <a:pt x="11088498" y="0"/>
                    <a:pt x="11155680" y="65532"/>
                    <a:pt x="11155680" y="146304"/>
                  </a:cubicBezTo>
                  <a:lnTo>
                    <a:pt x="11155680" y="768096"/>
                  </a:lnTo>
                  <a:cubicBezTo>
                    <a:pt x="11155680" y="848868"/>
                    <a:pt x="11088498" y="914400"/>
                    <a:pt x="11005693" y="914400"/>
                  </a:cubicBezTo>
                  <a:lnTo>
                    <a:pt x="149987" y="914400"/>
                  </a:lnTo>
                  <a:cubicBezTo>
                    <a:pt x="67183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5B3FD9"/>
            </a:solidFill>
          </p:spPr>
        </p:sp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1181080" cy="939800"/>
            </a:xfrm>
            <a:custGeom>
              <a:avLst/>
              <a:gdLst/>
              <a:ahLst/>
              <a:cxnLst/>
              <a:rect r="r" b="b" t="t" l="l"/>
              <a:pathLst>
                <a:path h="939800" w="11181080">
                  <a:moveTo>
                    <a:pt x="0" y="159004"/>
                  </a:moveTo>
                  <a:cubicBezTo>
                    <a:pt x="0" y="70866"/>
                    <a:pt x="73152" y="0"/>
                    <a:pt x="162687" y="0"/>
                  </a:cubicBezTo>
                  <a:lnTo>
                    <a:pt x="11018393" y="0"/>
                  </a:lnTo>
                  <a:lnTo>
                    <a:pt x="11018393" y="12700"/>
                  </a:lnTo>
                  <a:lnTo>
                    <a:pt x="11018393" y="0"/>
                  </a:lnTo>
                  <a:cubicBezTo>
                    <a:pt x="11107928" y="0"/>
                    <a:pt x="11181080" y="70866"/>
                    <a:pt x="11181080" y="159004"/>
                  </a:cubicBezTo>
                  <a:lnTo>
                    <a:pt x="11168380" y="159004"/>
                  </a:lnTo>
                  <a:lnTo>
                    <a:pt x="11181080" y="159004"/>
                  </a:lnTo>
                  <a:lnTo>
                    <a:pt x="11181080" y="780796"/>
                  </a:lnTo>
                  <a:lnTo>
                    <a:pt x="11168380" y="780796"/>
                  </a:lnTo>
                  <a:lnTo>
                    <a:pt x="11181080" y="780796"/>
                  </a:lnTo>
                  <a:cubicBezTo>
                    <a:pt x="11181080" y="868934"/>
                    <a:pt x="11107928" y="939800"/>
                    <a:pt x="11018393" y="939800"/>
                  </a:cubicBezTo>
                  <a:lnTo>
                    <a:pt x="11018393" y="927100"/>
                  </a:lnTo>
                  <a:lnTo>
                    <a:pt x="11018393" y="939800"/>
                  </a:lnTo>
                  <a:lnTo>
                    <a:pt x="162687" y="939800"/>
                  </a:lnTo>
                  <a:lnTo>
                    <a:pt x="162687" y="927100"/>
                  </a:lnTo>
                  <a:lnTo>
                    <a:pt x="162687" y="939800"/>
                  </a:lnTo>
                  <a:cubicBezTo>
                    <a:pt x="73152" y="939800"/>
                    <a:pt x="0" y="868934"/>
                    <a:pt x="0" y="780796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780796"/>
                  </a:lnTo>
                  <a:lnTo>
                    <a:pt x="12700" y="780796"/>
                  </a:lnTo>
                  <a:lnTo>
                    <a:pt x="25400" y="780796"/>
                  </a:lnTo>
                  <a:cubicBezTo>
                    <a:pt x="25400" y="854329"/>
                    <a:pt x="86614" y="914400"/>
                    <a:pt x="162687" y="914400"/>
                  </a:cubicBezTo>
                  <a:lnTo>
                    <a:pt x="11018393" y="914400"/>
                  </a:lnTo>
                  <a:cubicBezTo>
                    <a:pt x="11094593" y="914400"/>
                    <a:pt x="11155680" y="854329"/>
                    <a:pt x="11155680" y="780796"/>
                  </a:cubicBezTo>
                  <a:lnTo>
                    <a:pt x="11155680" y="159004"/>
                  </a:lnTo>
                  <a:cubicBezTo>
                    <a:pt x="11155680" y="85471"/>
                    <a:pt x="11094466" y="25400"/>
                    <a:pt x="11018393" y="25400"/>
                  </a:cubicBezTo>
                  <a:lnTo>
                    <a:pt x="162687" y="25400"/>
                  </a:lnTo>
                  <a:lnTo>
                    <a:pt x="162687" y="12700"/>
                  </a:lnTo>
                  <a:lnTo>
                    <a:pt x="162687" y="25400"/>
                  </a:lnTo>
                  <a:cubicBezTo>
                    <a:pt x="86614" y="25400"/>
                    <a:pt x="25400" y="85471"/>
                    <a:pt x="25400" y="159004"/>
                  </a:cubicBezTo>
                  <a:close/>
                </a:path>
              </a:pathLst>
            </a:custGeom>
            <a:solidFill>
              <a:srgbClr val="5B3FD9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7680960" y="8778240"/>
            <a:ext cx="8366760" cy="685800"/>
            <a:chOff x="0" y="0"/>
            <a:chExt cx="11155680" cy="91440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1155680" cy="914400"/>
            </a:xfrm>
            <a:custGeom>
              <a:avLst/>
              <a:gdLst/>
              <a:ahLst/>
              <a:cxnLst/>
              <a:rect r="r" b="b" t="t" l="l"/>
              <a:pathLst>
                <a:path h="91440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717" r="0" b="-187717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47625"/>
              <a:ext cx="1115568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✨  Criar minha conta gratuitamente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7680960" y="9601200"/>
            <a:ext cx="8366760" cy="384048"/>
            <a:chOff x="0" y="0"/>
            <a:chExt cx="11155680" cy="512064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11155680" cy="512064"/>
            </a:xfrm>
            <a:custGeom>
              <a:avLst/>
              <a:gdLst/>
              <a:ahLst/>
              <a:cxnLst/>
              <a:rect r="r" b="b" t="t" l="l"/>
              <a:pathLst>
                <a:path h="512064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4495" r="0" b="-374495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28575"/>
              <a:ext cx="1115568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5B3F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Já tem conta? Fazer login →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16915943" y="9738360"/>
            <a:ext cx="822960" cy="411480"/>
            <a:chOff x="0" y="0"/>
            <a:chExt cx="1097280" cy="54864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47625"/>
              <a:ext cx="109728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6B5B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411480"/>
            <a:ext cx="16459200" cy="822960"/>
            <a:chOff x="0" y="0"/>
            <a:chExt cx="219456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1945600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3B23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Tela de login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36395" y="1842135"/>
            <a:ext cx="14969490" cy="8180070"/>
            <a:chOff x="0" y="0"/>
            <a:chExt cx="19959320" cy="109067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19933920" cy="10881361"/>
            </a:xfrm>
            <a:custGeom>
              <a:avLst/>
              <a:gdLst/>
              <a:ahLst/>
              <a:cxnLst/>
              <a:rect r="r" b="b" t="t" l="l"/>
              <a:pathLst>
                <a:path h="10881361" w="19933920">
                  <a:moveTo>
                    <a:pt x="0" y="219456"/>
                  </a:moveTo>
                  <a:cubicBezTo>
                    <a:pt x="0" y="98298"/>
                    <a:pt x="98425" y="0"/>
                    <a:pt x="219710" y="0"/>
                  </a:cubicBezTo>
                  <a:lnTo>
                    <a:pt x="19714211" y="0"/>
                  </a:lnTo>
                  <a:cubicBezTo>
                    <a:pt x="19835495" y="0"/>
                    <a:pt x="19933920" y="98298"/>
                    <a:pt x="19933920" y="219456"/>
                  </a:cubicBezTo>
                  <a:lnTo>
                    <a:pt x="19933920" y="10661904"/>
                  </a:lnTo>
                  <a:cubicBezTo>
                    <a:pt x="19933920" y="10783062"/>
                    <a:pt x="19835495" y="10881361"/>
                    <a:pt x="19714211" y="10881361"/>
                  </a:cubicBezTo>
                  <a:lnTo>
                    <a:pt x="219710" y="10881361"/>
                  </a:lnTo>
                  <a:cubicBezTo>
                    <a:pt x="98425" y="10881360"/>
                    <a:pt x="0" y="10783062"/>
                    <a:pt x="0" y="106619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59320" cy="10906761"/>
            </a:xfrm>
            <a:custGeom>
              <a:avLst/>
              <a:gdLst/>
              <a:ahLst/>
              <a:cxnLst/>
              <a:rect r="r" b="b" t="t" l="l"/>
              <a:pathLst>
                <a:path h="10906761" w="19959320">
                  <a:moveTo>
                    <a:pt x="0" y="232156"/>
                  </a:moveTo>
                  <a:cubicBezTo>
                    <a:pt x="0" y="103886"/>
                    <a:pt x="104013" y="0"/>
                    <a:pt x="232410" y="0"/>
                  </a:cubicBezTo>
                  <a:lnTo>
                    <a:pt x="19726911" y="0"/>
                  </a:lnTo>
                  <a:lnTo>
                    <a:pt x="19726911" y="12700"/>
                  </a:lnTo>
                  <a:lnTo>
                    <a:pt x="19726911" y="0"/>
                  </a:lnTo>
                  <a:cubicBezTo>
                    <a:pt x="19855307" y="0"/>
                    <a:pt x="19959320" y="103886"/>
                    <a:pt x="19959320" y="232156"/>
                  </a:cubicBezTo>
                  <a:lnTo>
                    <a:pt x="19946620" y="232156"/>
                  </a:lnTo>
                  <a:lnTo>
                    <a:pt x="19959320" y="232156"/>
                  </a:lnTo>
                  <a:lnTo>
                    <a:pt x="19959320" y="10674604"/>
                  </a:lnTo>
                  <a:lnTo>
                    <a:pt x="19946620" y="10674604"/>
                  </a:lnTo>
                  <a:lnTo>
                    <a:pt x="19959320" y="10674604"/>
                  </a:lnTo>
                  <a:cubicBezTo>
                    <a:pt x="19959320" y="10802874"/>
                    <a:pt x="19855307" y="10906761"/>
                    <a:pt x="19726911" y="10906761"/>
                  </a:cubicBezTo>
                  <a:lnTo>
                    <a:pt x="19726911" y="10894061"/>
                  </a:lnTo>
                  <a:lnTo>
                    <a:pt x="19726911" y="10906761"/>
                  </a:lnTo>
                  <a:lnTo>
                    <a:pt x="232410" y="10906761"/>
                  </a:lnTo>
                  <a:lnTo>
                    <a:pt x="232410" y="10894061"/>
                  </a:lnTo>
                  <a:lnTo>
                    <a:pt x="232410" y="10906761"/>
                  </a:lnTo>
                  <a:cubicBezTo>
                    <a:pt x="104013" y="10906760"/>
                    <a:pt x="0" y="10802874"/>
                    <a:pt x="0" y="10674604"/>
                  </a:cubicBezTo>
                  <a:lnTo>
                    <a:pt x="0" y="232156"/>
                  </a:lnTo>
                  <a:lnTo>
                    <a:pt x="12700" y="232156"/>
                  </a:lnTo>
                  <a:lnTo>
                    <a:pt x="0" y="232156"/>
                  </a:lnTo>
                  <a:moveTo>
                    <a:pt x="25400" y="232156"/>
                  </a:moveTo>
                  <a:lnTo>
                    <a:pt x="25400" y="10674604"/>
                  </a:lnTo>
                  <a:lnTo>
                    <a:pt x="12700" y="10674604"/>
                  </a:lnTo>
                  <a:lnTo>
                    <a:pt x="25400" y="10674604"/>
                  </a:lnTo>
                  <a:cubicBezTo>
                    <a:pt x="25400" y="10788777"/>
                    <a:pt x="118110" y="10881361"/>
                    <a:pt x="232410" y="10881361"/>
                  </a:cubicBezTo>
                  <a:lnTo>
                    <a:pt x="19726911" y="10881361"/>
                  </a:lnTo>
                  <a:cubicBezTo>
                    <a:pt x="19841211" y="10881361"/>
                    <a:pt x="19933920" y="10788777"/>
                    <a:pt x="19933920" y="10674604"/>
                  </a:cubicBezTo>
                  <a:lnTo>
                    <a:pt x="19933920" y="232156"/>
                  </a:lnTo>
                  <a:cubicBezTo>
                    <a:pt x="19933920" y="117983"/>
                    <a:pt x="19841211" y="25400"/>
                    <a:pt x="19726911" y="25400"/>
                  </a:cubicBezTo>
                  <a:lnTo>
                    <a:pt x="232410" y="25400"/>
                  </a:lnTo>
                  <a:lnTo>
                    <a:pt x="232410" y="12700"/>
                  </a:lnTo>
                  <a:lnTo>
                    <a:pt x="232410" y="25400"/>
                  </a:lnTo>
                  <a:cubicBezTo>
                    <a:pt x="118110" y="25400"/>
                    <a:pt x="25400" y="117983"/>
                    <a:pt x="25400" y="232156"/>
                  </a:cubicBezTo>
                  <a:close/>
                </a:path>
              </a:pathLst>
            </a:custGeom>
            <a:solidFill>
              <a:srgbClr val="E4DDF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36395" y="1842135"/>
            <a:ext cx="14969490" cy="499110"/>
            <a:chOff x="0" y="0"/>
            <a:chExt cx="19959320" cy="665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0" y="12700"/>
              <a:ext cx="19933920" cy="640080"/>
            </a:xfrm>
            <a:custGeom>
              <a:avLst/>
              <a:gdLst/>
              <a:ahLst/>
              <a:cxnLst/>
              <a:rect r="r" b="b" t="t" l="l"/>
              <a:pathLst>
                <a:path h="64008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F5F3F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959320" cy="665480"/>
            </a:xfrm>
            <a:custGeom>
              <a:avLst/>
              <a:gdLst/>
              <a:ahLst/>
              <a:cxnLst/>
              <a:rect r="r" b="b" t="t" l="l"/>
              <a:pathLst>
                <a:path h="665480" w="19959320">
                  <a:moveTo>
                    <a:pt x="12700" y="0"/>
                  </a:moveTo>
                  <a:lnTo>
                    <a:pt x="19946620" y="0"/>
                  </a:lnTo>
                  <a:cubicBezTo>
                    <a:pt x="19953605" y="0"/>
                    <a:pt x="19959320" y="5715"/>
                    <a:pt x="19959320" y="12700"/>
                  </a:cubicBezTo>
                  <a:lnTo>
                    <a:pt x="19959320" y="652780"/>
                  </a:lnTo>
                  <a:cubicBezTo>
                    <a:pt x="19959320" y="659765"/>
                    <a:pt x="19953605" y="665480"/>
                    <a:pt x="19946620" y="665480"/>
                  </a:cubicBezTo>
                  <a:lnTo>
                    <a:pt x="12700" y="665480"/>
                  </a:lnTo>
                  <a:cubicBezTo>
                    <a:pt x="5715" y="665480"/>
                    <a:pt x="0" y="659765"/>
                    <a:pt x="0" y="6527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52780"/>
                  </a:lnTo>
                  <a:lnTo>
                    <a:pt x="12700" y="652780"/>
                  </a:lnTo>
                  <a:lnTo>
                    <a:pt x="12700" y="640080"/>
                  </a:lnTo>
                  <a:lnTo>
                    <a:pt x="19946620" y="640080"/>
                  </a:lnTo>
                  <a:lnTo>
                    <a:pt x="19946620" y="652780"/>
                  </a:lnTo>
                  <a:lnTo>
                    <a:pt x="19933920" y="652780"/>
                  </a:lnTo>
                  <a:lnTo>
                    <a:pt x="19933920" y="12700"/>
                  </a:lnTo>
                  <a:lnTo>
                    <a:pt x="19946620" y="12700"/>
                  </a:lnTo>
                  <a:lnTo>
                    <a:pt x="19946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4DDF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842135" y="1979295"/>
            <a:ext cx="197358" cy="197358"/>
            <a:chOff x="0" y="0"/>
            <a:chExt cx="263144" cy="2631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2700" y="12700"/>
              <a:ext cx="237744" cy="237744"/>
            </a:xfrm>
            <a:custGeom>
              <a:avLst/>
              <a:gdLst/>
              <a:ahLst/>
              <a:cxnLst/>
              <a:rect r="r" b="b" t="t" l="l"/>
              <a:pathLst>
                <a:path h="237744" w="237744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cubicBezTo>
                    <a:pt x="184531" y="0"/>
                    <a:pt x="237744" y="53213"/>
                    <a:pt x="237744" y="118872"/>
                  </a:cubicBezTo>
                  <a:cubicBezTo>
                    <a:pt x="237744" y="184531"/>
                    <a:pt x="184531" y="237744"/>
                    <a:pt x="118872" y="237744"/>
                  </a:cubicBezTo>
                  <a:cubicBezTo>
                    <a:pt x="53213" y="237744"/>
                    <a:pt x="0" y="184531"/>
                    <a:pt x="0" y="118872"/>
                  </a:cubicBezTo>
                  <a:close/>
                </a:path>
              </a:pathLst>
            </a:custGeom>
            <a:solidFill>
              <a:srgbClr val="FF605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3144" cy="263144"/>
            </a:xfrm>
            <a:custGeom>
              <a:avLst/>
              <a:gdLst/>
              <a:ahLst/>
              <a:cxnLst/>
              <a:rect r="r" b="b" t="t" l="l"/>
              <a:pathLst>
                <a:path h="263144" w="263144">
                  <a:moveTo>
                    <a:pt x="0" y="131572"/>
                  </a:moveTo>
                  <a:cubicBezTo>
                    <a:pt x="0" y="58928"/>
                    <a:pt x="58928" y="0"/>
                    <a:pt x="131572" y="0"/>
                  </a:cubicBezTo>
                  <a:lnTo>
                    <a:pt x="131572" y="12700"/>
                  </a:lnTo>
                  <a:lnTo>
                    <a:pt x="131572" y="0"/>
                  </a:lnTo>
                  <a:cubicBezTo>
                    <a:pt x="204216" y="0"/>
                    <a:pt x="263144" y="58928"/>
                    <a:pt x="263144" y="131572"/>
                  </a:cubicBezTo>
                  <a:lnTo>
                    <a:pt x="250444" y="131572"/>
                  </a:lnTo>
                  <a:lnTo>
                    <a:pt x="263144" y="131572"/>
                  </a:lnTo>
                  <a:cubicBezTo>
                    <a:pt x="263144" y="204216"/>
                    <a:pt x="204216" y="263144"/>
                    <a:pt x="131572" y="263144"/>
                  </a:cubicBezTo>
                  <a:lnTo>
                    <a:pt x="131572" y="250444"/>
                  </a:lnTo>
                  <a:lnTo>
                    <a:pt x="131572" y="263144"/>
                  </a:lnTo>
                  <a:cubicBezTo>
                    <a:pt x="58928" y="263144"/>
                    <a:pt x="0" y="204216"/>
                    <a:pt x="0" y="131572"/>
                  </a:cubicBezTo>
                  <a:lnTo>
                    <a:pt x="12700" y="131572"/>
                  </a:lnTo>
                  <a:lnTo>
                    <a:pt x="25400" y="131572"/>
                  </a:lnTo>
                  <a:lnTo>
                    <a:pt x="12700" y="131572"/>
                  </a:lnTo>
                  <a:lnTo>
                    <a:pt x="0" y="131572"/>
                  </a:lnTo>
                  <a:moveTo>
                    <a:pt x="25400" y="131572"/>
                  </a:moveTo>
                  <a:cubicBezTo>
                    <a:pt x="25400" y="138557"/>
                    <a:pt x="19685" y="144272"/>
                    <a:pt x="12700" y="144272"/>
                  </a:cubicBezTo>
                  <a:cubicBezTo>
                    <a:pt x="5715" y="144272"/>
                    <a:pt x="0" y="138557"/>
                    <a:pt x="0" y="131572"/>
                  </a:cubicBezTo>
                  <a:cubicBezTo>
                    <a:pt x="0" y="124587"/>
                    <a:pt x="5715" y="118872"/>
                    <a:pt x="12700" y="118872"/>
                  </a:cubicBezTo>
                  <a:cubicBezTo>
                    <a:pt x="19685" y="118872"/>
                    <a:pt x="25400" y="124587"/>
                    <a:pt x="25400" y="131572"/>
                  </a:cubicBezTo>
                  <a:cubicBezTo>
                    <a:pt x="25400" y="190246"/>
                    <a:pt x="72898" y="237744"/>
                    <a:pt x="131572" y="237744"/>
                  </a:cubicBezTo>
                  <a:cubicBezTo>
                    <a:pt x="190246" y="237744"/>
                    <a:pt x="237744" y="190246"/>
                    <a:pt x="237744" y="131572"/>
                  </a:cubicBezTo>
                  <a:cubicBezTo>
                    <a:pt x="237744" y="72898"/>
                    <a:pt x="190246" y="25400"/>
                    <a:pt x="131572" y="25400"/>
                  </a:cubicBezTo>
                  <a:lnTo>
                    <a:pt x="131572" y="12700"/>
                  </a:lnTo>
                  <a:lnTo>
                    <a:pt x="131572" y="25400"/>
                  </a:lnTo>
                  <a:cubicBezTo>
                    <a:pt x="72898" y="25400"/>
                    <a:pt x="25400" y="72898"/>
                    <a:pt x="25400" y="131572"/>
                  </a:cubicBezTo>
                  <a:close/>
                </a:path>
              </a:pathLst>
            </a:custGeom>
            <a:solidFill>
              <a:srgbClr val="FF605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116455" y="1979295"/>
            <a:ext cx="197358" cy="197358"/>
            <a:chOff x="0" y="0"/>
            <a:chExt cx="263144" cy="2631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237744" cy="237744"/>
            </a:xfrm>
            <a:custGeom>
              <a:avLst/>
              <a:gdLst/>
              <a:ahLst/>
              <a:cxnLst/>
              <a:rect r="r" b="b" t="t" l="l"/>
              <a:pathLst>
                <a:path h="237744" w="237744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cubicBezTo>
                    <a:pt x="184531" y="0"/>
                    <a:pt x="237744" y="53213"/>
                    <a:pt x="237744" y="118872"/>
                  </a:cubicBezTo>
                  <a:cubicBezTo>
                    <a:pt x="237744" y="184531"/>
                    <a:pt x="184531" y="237744"/>
                    <a:pt x="118872" y="237744"/>
                  </a:cubicBezTo>
                  <a:cubicBezTo>
                    <a:pt x="53213" y="237744"/>
                    <a:pt x="0" y="184531"/>
                    <a:pt x="0" y="118872"/>
                  </a:cubicBezTo>
                  <a:close/>
                </a:path>
              </a:pathLst>
            </a:custGeom>
            <a:solidFill>
              <a:srgbClr val="FFBD2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3144" cy="263144"/>
            </a:xfrm>
            <a:custGeom>
              <a:avLst/>
              <a:gdLst/>
              <a:ahLst/>
              <a:cxnLst/>
              <a:rect r="r" b="b" t="t" l="l"/>
              <a:pathLst>
                <a:path h="263144" w="263144">
                  <a:moveTo>
                    <a:pt x="0" y="131572"/>
                  </a:moveTo>
                  <a:cubicBezTo>
                    <a:pt x="0" y="58928"/>
                    <a:pt x="58928" y="0"/>
                    <a:pt x="131572" y="0"/>
                  </a:cubicBezTo>
                  <a:lnTo>
                    <a:pt x="131572" y="12700"/>
                  </a:lnTo>
                  <a:lnTo>
                    <a:pt x="131572" y="0"/>
                  </a:lnTo>
                  <a:cubicBezTo>
                    <a:pt x="204216" y="0"/>
                    <a:pt x="263144" y="58928"/>
                    <a:pt x="263144" y="131572"/>
                  </a:cubicBezTo>
                  <a:lnTo>
                    <a:pt x="250444" y="131572"/>
                  </a:lnTo>
                  <a:lnTo>
                    <a:pt x="263144" y="131572"/>
                  </a:lnTo>
                  <a:cubicBezTo>
                    <a:pt x="263144" y="204216"/>
                    <a:pt x="204216" y="263144"/>
                    <a:pt x="131572" y="263144"/>
                  </a:cubicBezTo>
                  <a:lnTo>
                    <a:pt x="131572" y="250444"/>
                  </a:lnTo>
                  <a:lnTo>
                    <a:pt x="131572" y="263144"/>
                  </a:lnTo>
                  <a:cubicBezTo>
                    <a:pt x="58928" y="263144"/>
                    <a:pt x="0" y="204216"/>
                    <a:pt x="0" y="131572"/>
                  </a:cubicBezTo>
                  <a:lnTo>
                    <a:pt x="12700" y="131572"/>
                  </a:lnTo>
                  <a:lnTo>
                    <a:pt x="25400" y="131572"/>
                  </a:lnTo>
                  <a:lnTo>
                    <a:pt x="12700" y="131572"/>
                  </a:lnTo>
                  <a:lnTo>
                    <a:pt x="0" y="131572"/>
                  </a:lnTo>
                  <a:moveTo>
                    <a:pt x="25400" y="131572"/>
                  </a:moveTo>
                  <a:cubicBezTo>
                    <a:pt x="25400" y="138557"/>
                    <a:pt x="19685" y="144272"/>
                    <a:pt x="12700" y="144272"/>
                  </a:cubicBezTo>
                  <a:cubicBezTo>
                    <a:pt x="5715" y="144272"/>
                    <a:pt x="0" y="138557"/>
                    <a:pt x="0" y="131572"/>
                  </a:cubicBezTo>
                  <a:cubicBezTo>
                    <a:pt x="0" y="124587"/>
                    <a:pt x="5715" y="118872"/>
                    <a:pt x="12700" y="118872"/>
                  </a:cubicBezTo>
                  <a:cubicBezTo>
                    <a:pt x="19685" y="118872"/>
                    <a:pt x="25400" y="124587"/>
                    <a:pt x="25400" y="131572"/>
                  </a:cubicBezTo>
                  <a:cubicBezTo>
                    <a:pt x="25400" y="190246"/>
                    <a:pt x="72898" y="237744"/>
                    <a:pt x="131572" y="237744"/>
                  </a:cubicBezTo>
                  <a:cubicBezTo>
                    <a:pt x="190246" y="237744"/>
                    <a:pt x="237744" y="190246"/>
                    <a:pt x="237744" y="131572"/>
                  </a:cubicBezTo>
                  <a:cubicBezTo>
                    <a:pt x="237744" y="72898"/>
                    <a:pt x="190246" y="25400"/>
                    <a:pt x="131572" y="25400"/>
                  </a:cubicBezTo>
                  <a:lnTo>
                    <a:pt x="131572" y="12700"/>
                  </a:lnTo>
                  <a:lnTo>
                    <a:pt x="131572" y="25400"/>
                  </a:lnTo>
                  <a:cubicBezTo>
                    <a:pt x="72898" y="25400"/>
                    <a:pt x="25400" y="72898"/>
                    <a:pt x="25400" y="131572"/>
                  </a:cubicBezTo>
                  <a:close/>
                </a:path>
              </a:pathLst>
            </a:custGeom>
            <a:solidFill>
              <a:srgbClr val="FFBD2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390775" y="1979295"/>
            <a:ext cx="197358" cy="197358"/>
            <a:chOff x="0" y="0"/>
            <a:chExt cx="263144" cy="2631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237744" cy="237744"/>
            </a:xfrm>
            <a:custGeom>
              <a:avLst/>
              <a:gdLst/>
              <a:ahLst/>
              <a:cxnLst/>
              <a:rect r="r" b="b" t="t" l="l"/>
              <a:pathLst>
                <a:path h="237744" w="237744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cubicBezTo>
                    <a:pt x="184531" y="0"/>
                    <a:pt x="237744" y="53213"/>
                    <a:pt x="237744" y="118872"/>
                  </a:cubicBezTo>
                  <a:cubicBezTo>
                    <a:pt x="237744" y="184531"/>
                    <a:pt x="184531" y="237744"/>
                    <a:pt x="118872" y="237744"/>
                  </a:cubicBezTo>
                  <a:cubicBezTo>
                    <a:pt x="53213" y="237744"/>
                    <a:pt x="0" y="184531"/>
                    <a:pt x="0" y="118872"/>
                  </a:cubicBezTo>
                  <a:close/>
                </a:path>
              </a:pathLst>
            </a:custGeom>
            <a:solidFill>
              <a:srgbClr val="27C94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63144" cy="263144"/>
            </a:xfrm>
            <a:custGeom>
              <a:avLst/>
              <a:gdLst/>
              <a:ahLst/>
              <a:cxnLst/>
              <a:rect r="r" b="b" t="t" l="l"/>
              <a:pathLst>
                <a:path h="263144" w="263144">
                  <a:moveTo>
                    <a:pt x="0" y="131572"/>
                  </a:moveTo>
                  <a:cubicBezTo>
                    <a:pt x="0" y="58928"/>
                    <a:pt x="58928" y="0"/>
                    <a:pt x="131572" y="0"/>
                  </a:cubicBezTo>
                  <a:lnTo>
                    <a:pt x="131572" y="12700"/>
                  </a:lnTo>
                  <a:lnTo>
                    <a:pt x="131572" y="0"/>
                  </a:lnTo>
                  <a:cubicBezTo>
                    <a:pt x="204216" y="0"/>
                    <a:pt x="263144" y="58928"/>
                    <a:pt x="263144" y="131572"/>
                  </a:cubicBezTo>
                  <a:lnTo>
                    <a:pt x="250444" y="131572"/>
                  </a:lnTo>
                  <a:lnTo>
                    <a:pt x="263144" y="131572"/>
                  </a:lnTo>
                  <a:cubicBezTo>
                    <a:pt x="263144" y="204216"/>
                    <a:pt x="204216" y="263144"/>
                    <a:pt x="131572" y="263144"/>
                  </a:cubicBezTo>
                  <a:lnTo>
                    <a:pt x="131572" y="250444"/>
                  </a:lnTo>
                  <a:lnTo>
                    <a:pt x="131572" y="263144"/>
                  </a:lnTo>
                  <a:cubicBezTo>
                    <a:pt x="58928" y="263144"/>
                    <a:pt x="0" y="204216"/>
                    <a:pt x="0" y="131572"/>
                  </a:cubicBezTo>
                  <a:lnTo>
                    <a:pt x="12700" y="131572"/>
                  </a:lnTo>
                  <a:lnTo>
                    <a:pt x="25400" y="131572"/>
                  </a:lnTo>
                  <a:lnTo>
                    <a:pt x="12700" y="131572"/>
                  </a:lnTo>
                  <a:lnTo>
                    <a:pt x="0" y="131572"/>
                  </a:lnTo>
                  <a:moveTo>
                    <a:pt x="25400" y="131572"/>
                  </a:moveTo>
                  <a:cubicBezTo>
                    <a:pt x="25400" y="138557"/>
                    <a:pt x="19685" y="144272"/>
                    <a:pt x="12700" y="144272"/>
                  </a:cubicBezTo>
                  <a:cubicBezTo>
                    <a:pt x="5715" y="144272"/>
                    <a:pt x="0" y="138557"/>
                    <a:pt x="0" y="131572"/>
                  </a:cubicBezTo>
                  <a:cubicBezTo>
                    <a:pt x="0" y="124587"/>
                    <a:pt x="5715" y="118872"/>
                    <a:pt x="12700" y="118872"/>
                  </a:cubicBezTo>
                  <a:cubicBezTo>
                    <a:pt x="19685" y="118872"/>
                    <a:pt x="25400" y="124587"/>
                    <a:pt x="25400" y="131572"/>
                  </a:cubicBezTo>
                  <a:cubicBezTo>
                    <a:pt x="25400" y="190246"/>
                    <a:pt x="72898" y="237744"/>
                    <a:pt x="131572" y="237744"/>
                  </a:cubicBezTo>
                  <a:cubicBezTo>
                    <a:pt x="190246" y="237744"/>
                    <a:pt x="237744" y="190246"/>
                    <a:pt x="237744" y="131572"/>
                  </a:cubicBezTo>
                  <a:cubicBezTo>
                    <a:pt x="237744" y="72898"/>
                    <a:pt x="190246" y="25400"/>
                    <a:pt x="131572" y="25400"/>
                  </a:cubicBezTo>
                  <a:lnTo>
                    <a:pt x="131572" y="12700"/>
                  </a:lnTo>
                  <a:lnTo>
                    <a:pt x="131572" y="25400"/>
                  </a:lnTo>
                  <a:cubicBezTo>
                    <a:pt x="72898" y="25400"/>
                    <a:pt x="25400" y="72898"/>
                    <a:pt x="25400" y="131572"/>
                  </a:cubicBezTo>
                  <a:close/>
                </a:path>
              </a:pathLst>
            </a:custGeom>
            <a:solidFill>
              <a:srgbClr val="27C94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007995" y="1924431"/>
            <a:ext cx="12226290" cy="320802"/>
            <a:chOff x="0" y="0"/>
            <a:chExt cx="16301720" cy="4277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00" y="12700"/>
              <a:ext cx="16276320" cy="402336"/>
            </a:xfrm>
            <a:custGeom>
              <a:avLst/>
              <a:gdLst/>
              <a:ahLst/>
              <a:cxnLst/>
              <a:rect r="r" b="b" t="t" l="l"/>
              <a:pathLst>
                <a:path h="402336" w="16276320">
                  <a:moveTo>
                    <a:pt x="0" y="73152"/>
                  </a:moveTo>
                  <a:cubicBezTo>
                    <a:pt x="0" y="32766"/>
                    <a:pt x="34798" y="0"/>
                    <a:pt x="77597" y="0"/>
                  </a:cubicBezTo>
                  <a:lnTo>
                    <a:pt x="16198723" y="0"/>
                  </a:lnTo>
                  <a:cubicBezTo>
                    <a:pt x="16241649" y="0"/>
                    <a:pt x="16276320" y="32766"/>
                    <a:pt x="16276320" y="73152"/>
                  </a:cubicBezTo>
                  <a:lnTo>
                    <a:pt x="16276320" y="329184"/>
                  </a:lnTo>
                  <a:cubicBezTo>
                    <a:pt x="16276320" y="369570"/>
                    <a:pt x="16241522" y="402336"/>
                    <a:pt x="16198723" y="402336"/>
                  </a:cubicBezTo>
                  <a:lnTo>
                    <a:pt x="77597" y="402336"/>
                  </a:lnTo>
                  <a:cubicBezTo>
                    <a:pt x="34798" y="402336"/>
                    <a:pt x="0" y="369570"/>
                    <a:pt x="0" y="3291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301720" cy="427736"/>
            </a:xfrm>
            <a:custGeom>
              <a:avLst/>
              <a:gdLst/>
              <a:ahLst/>
              <a:cxnLst/>
              <a:rect r="r" b="b" t="t" l="l"/>
              <a:pathLst>
                <a:path h="427736" w="16301720">
                  <a:moveTo>
                    <a:pt x="0" y="85852"/>
                  </a:moveTo>
                  <a:cubicBezTo>
                    <a:pt x="0" y="37719"/>
                    <a:pt x="41148" y="0"/>
                    <a:pt x="90297" y="0"/>
                  </a:cubicBezTo>
                  <a:lnTo>
                    <a:pt x="16211423" y="0"/>
                  </a:lnTo>
                  <a:lnTo>
                    <a:pt x="16211423" y="12700"/>
                  </a:lnTo>
                  <a:lnTo>
                    <a:pt x="16211423" y="0"/>
                  </a:lnTo>
                  <a:cubicBezTo>
                    <a:pt x="16260572" y="0"/>
                    <a:pt x="16301720" y="37719"/>
                    <a:pt x="16301720" y="85852"/>
                  </a:cubicBezTo>
                  <a:lnTo>
                    <a:pt x="16289020" y="85852"/>
                  </a:lnTo>
                  <a:lnTo>
                    <a:pt x="16301720" y="85852"/>
                  </a:lnTo>
                  <a:lnTo>
                    <a:pt x="16301720" y="341884"/>
                  </a:lnTo>
                  <a:lnTo>
                    <a:pt x="16289020" y="341884"/>
                  </a:lnTo>
                  <a:lnTo>
                    <a:pt x="16301720" y="341884"/>
                  </a:lnTo>
                  <a:cubicBezTo>
                    <a:pt x="16301720" y="390017"/>
                    <a:pt x="16260572" y="427736"/>
                    <a:pt x="16211423" y="427736"/>
                  </a:cubicBezTo>
                  <a:lnTo>
                    <a:pt x="16211423" y="415036"/>
                  </a:lnTo>
                  <a:lnTo>
                    <a:pt x="16211423" y="427736"/>
                  </a:lnTo>
                  <a:lnTo>
                    <a:pt x="90297" y="427736"/>
                  </a:lnTo>
                  <a:lnTo>
                    <a:pt x="90297" y="415036"/>
                  </a:lnTo>
                  <a:lnTo>
                    <a:pt x="90297" y="427736"/>
                  </a:lnTo>
                  <a:cubicBezTo>
                    <a:pt x="41148" y="427736"/>
                    <a:pt x="0" y="390017"/>
                    <a:pt x="0" y="341884"/>
                  </a:cubicBezTo>
                  <a:lnTo>
                    <a:pt x="0" y="85852"/>
                  </a:lnTo>
                  <a:lnTo>
                    <a:pt x="12700" y="85852"/>
                  </a:lnTo>
                  <a:lnTo>
                    <a:pt x="0" y="85852"/>
                  </a:lnTo>
                  <a:moveTo>
                    <a:pt x="25400" y="85852"/>
                  </a:moveTo>
                  <a:lnTo>
                    <a:pt x="25400" y="341884"/>
                  </a:lnTo>
                  <a:lnTo>
                    <a:pt x="12700" y="341884"/>
                  </a:lnTo>
                  <a:lnTo>
                    <a:pt x="25400" y="341884"/>
                  </a:lnTo>
                  <a:cubicBezTo>
                    <a:pt x="25400" y="374523"/>
                    <a:pt x="53721" y="402336"/>
                    <a:pt x="90297" y="402336"/>
                  </a:cubicBezTo>
                  <a:lnTo>
                    <a:pt x="16211423" y="402336"/>
                  </a:lnTo>
                  <a:cubicBezTo>
                    <a:pt x="16247999" y="402336"/>
                    <a:pt x="16276320" y="374523"/>
                    <a:pt x="16276320" y="341884"/>
                  </a:cubicBezTo>
                  <a:lnTo>
                    <a:pt x="16276320" y="85852"/>
                  </a:lnTo>
                  <a:cubicBezTo>
                    <a:pt x="16276320" y="53213"/>
                    <a:pt x="16247999" y="25400"/>
                    <a:pt x="16211423" y="25400"/>
                  </a:cubicBezTo>
                  <a:lnTo>
                    <a:pt x="90297" y="25400"/>
                  </a:lnTo>
                  <a:lnTo>
                    <a:pt x="90297" y="12700"/>
                  </a:lnTo>
                  <a:lnTo>
                    <a:pt x="90297" y="25400"/>
                  </a:lnTo>
                  <a:cubicBezTo>
                    <a:pt x="53721" y="25400"/>
                    <a:pt x="25400" y="53213"/>
                    <a:pt x="25400" y="85852"/>
                  </a:cubicBezTo>
                  <a:close/>
                </a:path>
              </a:pathLst>
            </a:custGeom>
            <a:solidFill>
              <a:srgbClr val="E4DDF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017520" y="1933956"/>
            <a:ext cx="12207240" cy="301752"/>
            <a:chOff x="0" y="0"/>
            <a:chExt cx="16276320" cy="4023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276320" cy="402336"/>
            </a:xfrm>
            <a:custGeom>
              <a:avLst/>
              <a:gdLst/>
              <a:ahLst/>
              <a:cxnLst/>
              <a:rect r="r" b="b" t="t" l="l"/>
              <a:pathLst>
                <a:path h="402336" w="16276320">
                  <a:moveTo>
                    <a:pt x="0" y="0"/>
                  </a:moveTo>
                  <a:lnTo>
                    <a:pt x="16276320" y="0"/>
                  </a:lnTo>
                  <a:lnTo>
                    <a:pt x="162763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8258" r="0" b="-73825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6276320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6B5B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🔒mindlog.com.br/login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36395" y="2322195"/>
            <a:ext cx="5505450" cy="7700010"/>
            <a:chOff x="0" y="0"/>
            <a:chExt cx="7340600" cy="102666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2700" y="12700"/>
              <a:ext cx="7315200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241280"/>
                  </a:lnTo>
                  <a:lnTo>
                    <a:pt x="0" y="10241280"/>
                  </a:lnTo>
                  <a:close/>
                </a:path>
              </a:pathLst>
            </a:custGeom>
            <a:solidFill>
              <a:srgbClr val="5B3FD9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40600" cy="10266680"/>
            </a:xfrm>
            <a:custGeom>
              <a:avLst/>
              <a:gdLst/>
              <a:ahLst/>
              <a:cxnLst/>
              <a:rect r="r" b="b" t="t" l="l"/>
              <a:pathLst>
                <a:path h="10266680" w="7340600">
                  <a:moveTo>
                    <a:pt x="12700" y="0"/>
                  </a:moveTo>
                  <a:lnTo>
                    <a:pt x="7327900" y="0"/>
                  </a:lnTo>
                  <a:cubicBezTo>
                    <a:pt x="7334885" y="0"/>
                    <a:pt x="7340600" y="5715"/>
                    <a:pt x="7340600" y="12700"/>
                  </a:cubicBezTo>
                  <a:lnTo>
                    <a:pt x="7340600" y="10253980"/>
                  </a:lnTo>
                  <a:cubicBezTo>
                    <a:pt x="7340600" y="10260965"/>
                    <a:pt x="7334885" y="10266680"/>
                    <a:pt x="7327900" y="10266680"/>
                  </a:cubicBezTo>
                  <a:lnTo>
                    <a:pt x="12700" y="10266680"/>
                  </a:lnTo>
                  <a:cubicBezTo>
                    <a:pt x="5715" y="10266680"/>
                    <a:pt x="0" y="10260965"/>
                    <a:pt x="0" y="102539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0253980"/>
                  </a:lnTo>
                  <a:lnTo>
                    <a:pt x="12700" y="10253980"/>
                  </a:lnTo>
                  <a:lnTo>
                    <a:pt x="12700" y="10241280"/>
                  </a:lnTo>
                  <a:lnTo>
                    <a:pt x="7327900" y="10241280"/>
                  </a:lnTo>
                  <a:lnTo>
                    <a:pt x="7327900" y="10253980"/>
                  </a:lnTo>
                  <a:lnTo>
                    <a:pt x="7315200" y="10253980"/>
                  </a:lnTo>
                  <a:lnTo>
                    <a:pt x="7315200" y="12700"/>
                  </a:lnTo>
                  <a:lnTo>
                    <a:pt x="7327900" y="12700"/>
                  </a:lnTo>
                  <a:lnTo>
                    <a:pt x="73279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5B3FD9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762375" y="3007995"/>
            <a:ext cx="1253490" cy="1253490"/>
            <a:chOff x="0" y="0"/>
            <a:chExt cx="1671320" cy="16713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2700" y="1270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8A75E8">
                <a:alpha val="48627"/>
              </a:srgbClr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71320" cy="1671320"/>
            </a:xfrm>
            <a:custGeom>
              <a:avLst/>
              <a:gdLst/>
              <a:ahLst/>
              <a:cxnLst/>
              <a:rect r="r" b="b" t="t" l="l"/>
              <a:pathLst>
                <a:path h="1671320" w="1671320">
                  <a:moveTo>
                    <a:pt x="0" y="835660"/>
                  </a:moveTo>
                  <a:cubicBezTo>
                    <a:pt x="0" y="374142"/>
                    <a:pt x="374142" y="0"/>
                    <a:pt x="835660" y="0"/>
                  </a:cubicBezTo>
                  <a:lnTo>
                    <a:pt x="835660" y="12700"/>
                  </a:lnTo>
                  <a:lnTo>
                    <a:pt x="835660" y="0"/>
                  </a:lnTo>
                  <a:cubicBezTo>
                    <a:pt x="1297178" y="0"/>
                    <a:pt x="1671320" y="374142"/>
                    <a:pt x="1671320" y="835660"/>
                  </a:cubicBezTo>
                  <a:cubicBezTo>
                    <a:pt x="1671320" y="1297178"/>
                    <a:pt x="1297178" y="1671320"/>
                    <a:pt x="835660" y="1671320"/>
                  </a:cubicBezTo>
                  <a:lnTo>
                    <a:pt x="835660" y="1658620"/>
                  </a:lnTo>
                  <a:lnTo>
                    <a:pt x="835660" y="1671320"/>
                  </a:lnTo>
                  <a:cubicBezTo>
                    <a:pt x="374142" y="1671320"/>
                    <a:pt x="0" y="1297178"/>
                    <a:pt x="0" y="835660"/>
                  </a:cubicBezTo>
                  <a:lnTo>
                    <a:pt x="12700" y="835660"/>
                  </a:lnTo>
                  <a:lnTo>
                    <a:pt x="23495" y="842391"/>
                  </a:lnTo>
                  <a:cubicBezTo>
                    <a:pt x="20447" y="847217"/>
                    <a:pt x="14605" y="849376"/>
                    <a:pt x="9271" y="847852"/>
                  </a:cubicBezTo>
                  <a:cubicBezTo>
                    <a:pt x="3937" y="846328"/>
                    <a:pt x="0" y="841375"/>
                    <a:pt x="0" y="835660"/>
                  </a:cubicBezTo>
                  <a:moveTo>
                    <a:pt x="25400" y="835660"/>
                  </a:moveTo>
                  <a:lnTo>
                    <a:pt x="12700" y="835660"/>
                  </a:lnTo>
                  <a:lnTo>
                    <a:pt x="1905" y="828929"/>
                  </a:lnTo>
                  <a:cubicBezTo>
                    <a:pt x="4953" y="824103"/>
                    <a:pt x="10795" y="821944"/>
                    <a:pt x="16129" y="823468"/>
                  </a:cubicBezTo>
                  <a:cubicBezTo>
                    <a:pt x="21463" y="824992"/>
                    <a:pt x="25273" y="830072"/>
                    <a:pt x="25273" y="835660"/>
                  </a:cubicBezTo>
                  <a:cubicBezTo>
                    <a:pt x="25273" y="1283208"/>
                    <a:pt x="387985" y="1645920"/>
                    <a:pt x="835533" y="1645920"/>
                  </a:cubicBezTo>
                  <a:cubicBezTo>
                    <a:pt x="1283081" y="1645920"/>
                    <a:pt x="1645793" y="1283208"/>
                    <a:pt x="1645793" y="835660"/>
                  </a:cubicBezTo>
                  <a:lnTo>
                    <a:pt x="1658493" y="835660"/>
                  </a:lnTo>
                  <a:lnTo>
                    <a:pt x="1645793" y="835660"/>
                  </a:lnTo>
                  <a:cubicBezTo>
                    <a:pt x="1645920" y="388112"/>
                    <a:pt x="1283208" y="25400"/>
                    <a:pt x="835660" y="25400"/>
                  </a:cubicBezTo>
                  <a:lnTo>
                    <a:pt x="835660" y="12700"/>
                  </a:lnTo>
                  <a:lnTo>
                    <a:pt x="835660" y="25400"/>
                  </a:lnTo>
                  <a:cubicBezTo>
                    <a:pt x="388112" y="25400"/>
                    <a:pt x="25400" y="388112"/>
                    <a:pt x="25400" y="835660"/>
                  </a:cubicBezTo>
                  <a:close/>
                </a:path>
              </a:pathLst>
            </a:custGeom>
            <a:solidFill>
              <a:srgbClr val="8A75E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087368" y="3319272"/>
            <a:ext cx="603504" cy="603504"/>
            <a:chOff x="0" y="0"/>
            <a:chExt cx="804672" cy="804672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645920" y="4389120"/>
            <a:ext cx="5486400" cy="685800"/>
            <a:chOff x="0" y="0"/>
            <a:chExt cx="7315200" cy="914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15200" cy="914400"/>
            </a:xfrm>
            <a:custGeom>
              <a:avLst/>
              <a:gdLst/>
              <a:ahLst/>
              <a:cxnLst/>
              <a:rect r="r" b="b" t="t" l="l"/>
              <a:pathLst>
                <a:path h="9144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76200"/>
              <a:ext cx="7315200" cy="990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MindLog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057400" y="5074920"/>
            <a:ext cx="4663440" cy="960120"/>
            <a:chOff x="0" y="0"/>
            <a:chExt cx="6217920" cy="12801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179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621792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spc="-10">
                  <a:solidFill>
                    <a:srgbClr val="DDD4F7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Bem-vindo de volta!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spc="-10">
                  <a:solidFill>
                    <a:srgbClr val="DDD4F7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Continue sua jornada.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185035" y="6711315"/>
            <a:ext cx="4408170" cy="2350770"/>
            <a:chOff x="0" y="0"/>
            <a:chExt cx="5877560" cy="31343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2700" y="12700"/>
              <a:ext cx="5852160" cy="3108960"/>
            </a:xfrm>
            <a:custGeom>
              <a:avLst/>
              <a:gdLst/>
              <a:ahLst/>
              <a:cxnLst/>
              <a:rect r="r" b="b" t="t" l="l"/>
              <a:pathLst>
                <a:path h="3108960" w="5852160">
                  <a:moveTo>
                    <a:pt x="0" y="182880"/>
                  </a:moveTo>
                  <a:cubicBezTo>
                    <a:pt x="0" y="81915"/>
                    <a:pt x="82169" y="0"/>
                    <a:pt x="183515" y="0"/>
                  </a:cubicBezTo>
                  <a:lnTo>
                    <a:pt x="5668645" y="0"/>
                  </a:lnTo>
                  <a:cubicBezTo>
                    <a:pt x="5769991" y="0"/>
                    <a:pt x="5852160" y="81915"/>
                    <a:pt x="5852160" y="182880"/>
                  </a:cubicBezTo>
                  <a:lnTo>
                    <a:pt x="5852160" y="2926080"/>
                  </a:lnTo>
                  <a:cubicBezTo>
                    <a:pt x="5852160" y="3027045"/>
                    <a:pt x="5769991" y="3108960"/>
                    <a:pt x="5668645" y="3108960"/>
                  </a:cubicBezTo>
                  <a:lnTo>
                    <a:pt x="183515" y="3108960"/>
                  </a:lnTo>
                  <a:cubicBezTo>
                    <a:pt x="82169" y="3108960"/>
                    <a:pt x="0" y="3027045"/>
                    <a:pt x="0" y="2926080"/>
                  </a:cubicBezTo>
                  <a:close/>
                </a:path>
              </a:pathLst>
            </a:custGeom>
            <a:solidFill>
              <a:srgbClr val="3B238F">
                <a:alpha val="48627"/>
              </a:srgbClr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877560" cy="3134360"/>
            </a:xfrm>
            <a:custGeom>
              <a:avLst/>
              <a:gdLst/>
              <a:ahLst/>
              <a:cxnLst/>
              <a:rect r="r" b="b" t="t" l="l"/>
              <a:pathLst>
                <a:path h="3134360" w="5877560">
                  <a:moveTo>
                    <a:pt x="0" y="195580"/>
                  </a:moveTo>
                  <a:cubicBezTo>
                    <a:pt x="0" y="87503"/>
                    <a:pt x="87884" y="0"/>
                    <a:pt x="196215" y="0"/>
                  </a:cubicBezTo>
                  <a:lnTo>
                    <a:pt x="5681345" y="0"/>
                  </a:lnTo>
                  <a:lnTo>
                    <a:pt x="5681345" y="12700"/>
                  </a:lnTo>
                  <a:lnTo>
                    <a:pt x="5681345" y="0"/>
                  </a:lnTo>
                  <a:cubicBezTo>
                    <a:pt x="5789676" y="0"/>
                    <a:pt x="5877560" y="87503"/>
                    <a:pt x="5877560" y="195580"/>
                  </a:cubicBezTo>
                  <a:lnTo>
                    <a:pt x="5864860" y="195580"/>
                  </a:lnTo>
                  <a:lnTo>
                    <a:pt x="5877560" y="195580"/>
                  </a:lnTo>
                  <a:lnTo>
                    <a:pt x="5877560" y="2938780"/>
                  </a:lnTo>
                  <a:lnTo>
                    <a:pt x="5864860" y="2938780"/>
                  </a:lnTo>
                  <a:lnTo>
                    <a:pt x="5877560" y="2938780"/>
                  </a:lnTo>
                  <a:cubicBezTo>
                    <a:pt x="5877560" y="3046857"/>
                    <a:pt x="5789676" y="3134360"/>
                    <a:pt x="5681345" y="3134360"/>
                  </a:cubicBezTo>
                  <a:lnTo>
                    <a:pt x="5681345" y="3121660"/>
                  </a:lnTo>
                  <a:lnTo>
                    <a:pt x="5681345" y="3134360"/>
                  </a:lnTo>
                  <a:lnTo>
                    <a:pt x="196215" y="3134360"/>
                  </a:lnTo>
                  <a:lnTo>
                    <a:pt x="196215" y="3121660"/>
                  </a:lnTo>
                  <a:lnTo>
                    <a:pt x="196215" y="3134360"/>
                  </a:lnTo>
                  <a:cubicBezTo>
                    <a:pt x="87884" y="3134360"/>
                    <a:pt x="0" y="3046857"/>
                    <a:pt x="0" y="2938780"/>
                  </a:cubicBezTo>
                  <a:lnTo>
                    <a:pt x="0" y="195580"/>
                  </a:lnTo>
                  <a:lnTo>
                    <a:pt x="12700" y="195580"/>
                  </a:lnTo>
                  <a:lnTo>
                    <a:pt x="0" y="195580"/>
                  </a:lnTo>
                  <a:moveTo>
                    <a:pt x="25400" y="195580"/>
                  </a:moveTo>
                  <a:lnTo>
                    <a:pt x="25400" y="2938780"/>
                  </a:lnTo>
                  <a:lnTo>
                    <a:pt x="12700" y="2938780"/>
                  </a:lnTo>
                  <a:lnTo>
                    <a:pt x="25400" y="2938780"/>
                  </a:lnTo>
                  <a:cubicBezTo>
                    <a:pt x="25400" y="3032760"/>
                    <a:pt x="101854" y="3108960"/>
                    <a:pt x="196215" y="3108960"/>
                  </a:cubicBezTo>
                  <a:lnTo>
                    <a:pt x="5681345" y="3108960"/>
                  </a:lnTo>
                  <a:cubicBezTo>
                    <a:pt x="5775706" y="3108960"/>
                    <a:pt x="5852160" y="3032760"/>
                    <a:pt x="5852160" y="2938780"/>
                  </a:cubicBezTo>
                  <a:lnTo>
                    <a:pt x="5852160" y="195580"/>
                  </a:lnTo>
                  <a:cubicBezTo>
                    <a:pt x="5852160" y="101600"/>
                    <a:pt x="5775706" y="25400"/>
                    <a:pt x="5681345" y="25400"/>
                  </a:cubicBezTo>
                  <a:lnTo>
                    <a:pt x="196215" y="25400"/>
                  </a:lnTo>
                  <a:lnTo>
                    <a:pt x="196215" y="12700"/>
                  </a:lnTo>
                  <a:lnTo>
                    <a:pt x="196215" y="25400"/>
                  </a:lnTo>
                  <a:cubicBezTo>
                    <a:pt x="101854" y="25400"/>
                    <a:pt x="25400" y="101600"/>
                    <a:pt x="25400" y="195580"/>
                  </a:cubicBezTo>
                  <a:close/>
                </a:path>
              </a:pathLst>
            </a:custGeom>
            <a:solidFill>
              <a:srgbClr val="8A75E8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2322195" y="6917055"/>
            <a:ext cx="73914" cy="1939290"/>
            <a:chOff x="0" y="0"/>
            <a:chExt cx="98552" cy="25857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2700" y="12700"/>
              <a:ext cx="73152" cy="2560320"/>
            </a:xfrm>
            <a:custGeom>
              <a:avLst/>
              <a:gdLst/>
              <a:ahLst/>
              <a:cxnLst/>
              <a:rect r="r" b="b" t="t" l="l"/>
              <a:pathLst>
                <a:path h="2560320" w="73152">
                  <a:moveTo>
                    <a:pt x="0" y="0"/>
                  </a:moveTo>
                  <a:lnTo>
                    <a:pt x="73152" y="0"/>
                  </a:lnTo>
                  <a:lnTo>
                    <a:pt x="73152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F472B6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8552" cy="2585720"/>
            </a:xfrm>
            <a:custGeom>
              <a:avLst/>
              <a:gdLst/>
              <a:ahLst/>
              <a:cxnLst/>
              <a:rect r="r" b="b" t="t" l="l"/>
              <a:pathLst>
                <a:path h="2585720" w="98552">
                  <a:moveTo>
                    <a:pt x="12700" y="0"/>
                  </a:moveTo>
                  <a:lnTo>
                    <a:pt x="85852" y="0"/>
                  </a:lnTo>
                  <a:cubicBezTo>
                    <a:pt x="92837" y="0"/>
                    <a:pt x="98552" y="5715"/>
                    <a:pt x="98552" y="12700"/>
                  </a:cubicBezTo>
                  <a:lnTo>
                    <a:pt x="98552" y="2573020"/>
                  </a:lnTo>
                  <a:cubicBezTo>
                    <a:pt x="98552" y="2580005"/>
                    <a:pt x="92837" y="2585720"/>
                    <a:pt x="85852" y="2585720"/>
                  </a:cubicBezTo>
                  <a:lnTo>
                    <a:pt x="12700" y="2585720"/>
                  </a:lnTo>
                  <a:cubicBezTo>
                    <a:pt x="5715" y="2585720"/>
                    <a:pt x="0" y="2580005"/>
                    <a:pt x="0" y="25730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573020"/>
                  </a:lnTo>
                  <a:lnTo>
                    <a:pt x="12700" y="2573020"/>
                  </a:lnTo>
                  <a:lnTo>
                    <a:pt x="12700" y="2560320"/>
                  </a:lnTo>
                  <a:lnTo>
                    <a:pt x="85852" y="2560320"/>
                  </a:lnTo>
                  <a:lnTo>
                    <a:pt x="85852" y="2573020"/>
                  </a:lnTo>
                  <a:lnTo>
                    <a:pt x="73152" y="2573020"/>
                  </a:lnTo>
                  <a:lnTo>
                    <a:pt x="73152" y="12700"/>
                  </a:lnTo>
                  <a:lnTo>
                    <a:pt x="85852" y="12700"/>
                  </a:lnTo>
                  <a:lnTo>
                    <a:pt x="8585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472B6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2537460" y="6858000"/>
            <a:ext cx="3977640" cy="1371600"/>
            <a:chOff x="0" y="0"/>
            <a:chExt cx="5303520" cy="1828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3035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06" r="0" b="-650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530352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"lol."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537460" y="8366760"/>
            <a:ext cx="3977640" cy="411480"/>
            <a:chOff x="0" y="0"/>
            <a:chExt cx="5303520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303520" cy="548640"/>
            </a:xfrm>
            <a:custGeom>
              <a:avLst/>
              <a:gdLst/>
              <a:ahLst/>
              <a:cxnLst/>
              <a:rect r="r" b="b" t="t" l="l"/>
              <a:pathLst>
                <a:path h="54864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5303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DDD4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Mago Luiz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680960" y="2674620"/>
            <a:ext cx="8366760" cy="617220"/>
            <a:chOff x="0" y="0"/>
            <a:chExt cx="11155680" cy="8229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155680" cy="822960"/>
            </a:xfrm>
            <a:custGeom>
              <a:avLst/>
              <a:gdLst/>
              <a:ahLst/>
              <a:cxnLst/>
              <a:rect r="r" b="b" t="t" l="l"/>
              <a:pathLst>
                <a:path h="82296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130" r="0" b="-21413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66675"/>
              <a:ext cx="1115568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11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Entrar na sua conta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680960" y="3291840"/>
            <a:ext cx="8366760" cy="411480"/>
            <a:chOff x="0" y="0"/>
            <a:chExt cx="11155680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155680" cy="548640"/>
            </a:xfrm>
            <a:custGeom>
              <a:avLst/>
              <a:gdLst/>
              <a:ahLst/>
              <a:cxnLst/>
              <a:rect r="r" b="b" t="t" l="l"/>
              <a:pathLst>
                <a:path h="54864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195" r="0" b="-34619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111556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7680960" y="3909060"/>
            <a:ext cx="8366760" cy="301752"/>
            <a:chOff x="0" y="0"/>
            <a:chExt cx="11155680" cy="40233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155680" cy="402336"/>
            </a:xfrm>
            <a:custGeom>
              <a:avLst/>
              <a:gdLst/>
              <a:ahLst/>
              <a:cxnLst/>
              <a:rect r="r" b="b" t="t" l="l"/>
              <a:pathLst>
                <a:path h="402336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0266" r="0" b="-49026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1155680" cy="440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3F2E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E-mail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7671435" y="4242435"/>
            <a:ext cx="8385810" cy="567690"/>
            <a:chOff x="0" y="0"/>
            <a:chExt cx="11181080" cy="7569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2700" y="12700"/>
              <a:ext cx="1115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11155680">
                  <a:moveTo>
                    <a:pt x="0" y="109728"/>
                  </a:moveTo>
                  <a:cubicBezTo>
                    <a:pt x="0" y="49149"/>
                    <a:pt x="50673" y="0"/>
                    <a:pt x="113284" y="0"/>
                  </a:cubicBezTo>
                  <a:lnTo>
                    <a:pt x="11042396" y="0"/>
                  </a:lnTo>
                  <a:cubicBezTo>
                    <a:pt x="11105007" y="0"/>
                    <a:pt x="11155680" y="49149"/>
                    <a:pt x="11155680" y="109728"/>
                  </a:cubicBezTo>
                  <a:lnTo>
                    <a:pt x="11155680" y="621792"/>
                  </a:lnTo>
                  <a:cubicBezTo>
                    <a:pt x="11155680" y="682371"/>
                    <a:pt x="11105007" y="731520"/>
                    <a:pt x="11042396" y="731520"/>
                  </a:cubicBezTo>
                  <a:lnTo>
                    <a:pt x="113284" y="731520"/>
                  </a:lnTo>
                  <a:cubicBezTo>
                    <a:pt x="50673" y="731520"/>
                    <a:pt x="0" y="682371"/>
                    <a:pt x="0" y="621792"/>
                  </a:cubicBezTo>
                  <a:close/>
                </a:path>
              </a:pathLst>
            </a:custGeom>
            <a:solidFill>
              <a:srgbClr val="F5F3FB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1181080" cy="756920"/>
            </a:xfrm>
            <a:custGeom>
              <a:avLst/>
              <a:gdLst/>
              <a:ahLst/>
              <a:cxnLst/>
              <a:rect r="r" b="b" t="t" l="l"/>
              <a:pathLst>
                <a:path h="756920" w="11181080">
                  <a:moveTo>
                    <a:pt x="0" y="122428"/>
                  </a:moveTo>
                  <a:cubicBezTo>
                    <a:pt x="0" y="54483"/>
                    <a:pt x="56769" y="0"/>
                    <a:pt x="125984" y="0"/>
                  </a:cubicBezTo>
                  <a:lnTo>
                    <a:pt x="11055096" y="0"/>
                  </a:lnTo>
                  <a:lnTo>
                    <a:pt x="11055096" y="12700"/>
                  </a:lnTo>
                  <a:lnTo>
                    <a:pt x="11055096" y="0"/>
                  </a:lnTo>
                  <a:cubicBezTo>
                    <a:pt x="11124311" y="0"/>
                    <a:pt x="11181080" y="54483"/>
                    <a:pt x="11181080" y="122428"/>
                  </a:cubicBezTo>
                  <a:lnTo>
                    <a:pt x="11168380" y="122428"/>
                  </a:lnTo>
                  <a:lnTo>
                    <a:pt x="11181080" y="122428"/>
                  </a:lnTo>
                  <a:lnTo>
                    <a:pt x="11181080" y="634492"/>
                  </a:lnTo>
                  <a:lnTo>
                    <a:pt x="11168380" y="634492"/>
                  </a:lnTo>
                  <a:lnTo>
                    <a:pt x="11181080" y="634492"/>
                  </a:lnTo>
                  <a:cubicBezTo>
                    <a:pt x="11181080" y="702437"/>
                    <a:pt x="11124311" y="756920"/>
                    <a:pt x="11055096" y="756920"/>
                  </a:cubicBezTo>
                  <a:lnTo>
                    <a:pt x="11055096" y="744220"/>
                  </a:lnTo>
                  <a:lnTo>
                    <a:pt x="11055096" y="756920"/>
                  </a:lnTo>
                  <a:lnTo>
                    <a:pt x="125984" y="756920"/>
                  </a:lnTo>
                  <a:lnTo>
                    <a:pt x="125984" y="744220"/>
                  </a:lnTo>
                  <a:lnTo>
                    <a:pt x="125984" y="756920"/>
                  </a:lnTo>
                  <a:cubicBezTo>
                    <a:pt x="56769" y="756920"/>
                    <a:pt x="0" y="702437"/>
                    <a:pt x="0" y="634492"/>
                  </a:cubicBezTo>
                  <a:lnTo>
                    <a:pt x="0" y="122428"/>
                  </a:lnTo>
                  <a:lnTo>
                    <a:pt x="12700" y="122428"/>
                  </a:lnTo>
                  <a:lnTo>
                    <a:pt x="0" y="122428"/>
                  </a:lnTo>
                  <a:moveTo>
                    <a:pt x="25400" y="122428"/>
                  </a:moveTo>
                  <a:lnTo>
                    <a:pt x="25400" y="634492"/>
                  </a:lnTo>
                  <a:lnTo>
                    <a:pt x="12700" y="634492"/>
                  </a:lnTo>
                  <a:lnTo>
                    <a:pt x="25400" y="634492"/>
                  </a:lnTo>
                  <a:cubicBezTo>
                    <a:pt x="25400" y="687705"/>
                    <a:pt x="70104" y="731520"/>
                    <a:pt x="125984" y="731520"/>
                  </a:cubicBezTo>
                  <a:lnTo>
                    <a:pt x="11055096" y="731520"/>
                  </a:lnTo>
                  <a:cubicBezTo>
                    <a:pt x="11110976" y="731520"/>
                    <a:pt x="11155680" y="687705"/>
                    <a:pt x="11155680" y="634492"/>
                  </a:cubicBezTo>
                  <a:lnTo>
                    <a:pt x="11155680" y="122428"/>
                  </a:lnTo>
                  <a:cubicBezTo>
                    <a:pt x="11155680" y="69215"/>
                    <a:pt x="11110976" y="25400"/>
                    <a:pt x="11055096" y="25400"/>
                  </a:cubicBezTo>
                  <a:lnTo>
                    <a:pt x="125984" y="25400"/>
                  </a:lnTo>
                  <a:lnTo>
                    <a:pt x="125984" y="12700"/>
                  </a:lnTo>
                  <a:lnTo>
                    <a:pt x="125984" y="25400"/>
                  </a:lnTo>
                  <a:cubicBezTo>
                    <a:pt x="70104" y="25400"/>
                    <a:pt x="25400" y="69215"/>
                    <a:pt x="25400" y="122428"/>
                  </a:cubicBezTo>
                  <a:close/>
                </a:path>
              </a:pathLst>
            </a:custGeom>
            <a:solidFill>
              <a:srgbClr val="E4DDF5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7886700" y="4389120"/>
            <a:ext cx="274320" cy="274320"/>
            <a:chOff x="0" y="0"/>
            <a:chExt cx="365760" cy="365760"/>
          </a:xfrm>
        </p:grpSpPr>
        <p:sp>
          <p:nvSpPr>
            <p:cNvPr name="Freeform 65" id="65" descr="preencoded.png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8298180" y="4251960"/>
            <a:ext cx="7680960" cy="548640"/>
            <a:chOff x="0" y="0"/>
            <a:chExt cx="10241280" cy="7315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1024128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5B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voce@email.com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7680960" y="5143500"/>
            <a:ext cx="8366760" cy="301752"/>
            <a:chOff x="0" y="0"/>
            <a:chExt cx="11155680" cy="40233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155680" cy="402336"/>
            </a:xfrm>
            <a:custGeom>
              <a:avLst/>
              <a:gdLst/>
              <a:ahLst/>
              <a:cxnLst/>
              <a:rect r="r" b="b" t="t" l="l"/>
              <a:pathLst>
                <a:path h="402336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0266" r="0" b="-490266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11155680" cy="440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3F2E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Senha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671435" y="5476875"/>
            <a:ext cx="8385810" cy="567690"/>
            <a:chOff x="0" y="0"/>
            <a:chExt cx="11181080" cy="7569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12700" y="12700"/>
              <a:ext cx="1115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11155680">
                  <a:moveTo>
                    <a:pt x="0" y="109728"/>
                  </a:moveTo>
                  <a:cubicBezTo>
                    <a:pt x="0" y="49149"/>
                    <a:pt x="50673" y="0"/>
                    <a:pt x="113284" y="0"/>
                  </a:cubicBezTo>
                  <a:lnTo>
                    <a:pt x="11042396" y="0"/>
                  </a:lnTo>
                  <a:cubicBezTo>
                    <a:pt x="11105007" y="0"/>
                    <a:pt x="11155680" y="49149"/>
                    <a:pt x="11155680" y="109728"/>
                  </a:cubicBezTo>
                  <a:lnTo>
                    <a:pt x="11155680" y="621792"/>
                  </a:lnTo>
                  <a:cubicBezTo>
                    <a:pt x="11155680" y="682371"/>
                    <a:pt x="11105007" y="731520"/>
                    <a:pt x="11042396" y="731520"/>
                  </a:cubicBezTo>
                  <a:lnTo>
                    <a:pt x="113284" y="731520"/>
                  </a:lnTo>
                  <a:cubicBezTo>
                    <a:pt x="50673" y="731520"/>
                    <a:pt x="0" y="682371"/>
                    <a:pt x="0" y="621792"/>
                  </a:cubicBezTo>
                  <a:close/>
                </a:path>
              </a:pathLst>
            </a:custGeom>
            <a:solidFill>
              <a:srgbClr val="F5F3FB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1181080" cy="756920"/>
            </a:xfrm>
            <a:custGeom>
              <a:avLst/>
              <a:gdLst/>
              <a:ahLst/>
              <a:cxnLst/>
              <a:rect r="r" b="b" t="t" l="l"/>
              <a:pathLst>
                <a:path h="756920" w="11181080">
                  <a:moveTo>
                    <a:pt x="0" y="122428"/>
                  </a:moveTo>
                  <a:cubicBezTo>
                    <a:pt x="0" y="54483"/>
                    <a:pt x="56769" y="0"/>
                    <a:pt x="125984" y="0"/>
                  </a:cubicBezTo>
                  <a:lnTo>
                    <a:pt x="11055096" y="0"/>
                  </a:lnTo>
                  <a:lnTo>
                    <a:pt x="11055096" y="12700"/>
                  </a:lnTo>
                  <a:lnTo>
                    <a:pt x="11055096" y="0"/>
                  </a:lnTo>
                  <a:cubicBezTo>
                    <a:pt x="11124311" y="0"/>
                    <a:pt x="11181080" y="54483"/>
                    <a:pt x="11181080" y="122428"/>
                  </a:cubicBezTo>
                  <a:lnTo>
                    <a:pt x="11168380" y="122428"/>
                  </a:lnTo>
                  <a:lnTo>
                    <a:pt x="11181080" y="122428"/>
                  </a:lnTo>
                  <a:lnTo>
                    <a:pt x="11181080" y="634492"/>
                  </a:lnTo>
                  <a:lnTo>
                    <a:pt x="11168380" y="634492"/>
                  </a:lnTo>
                  <a:lnTo>
                    <a:pt x="11181080" y="634492"/>
                  </a:lnTo>
                  <a:cubicBezTo>
                    <a:pt x="11181080" y="702437"/>
                    <a:pt x="11124311" y="756920"/>
                    <a:pt x="11055096" y="756920"/>
                  </a:cubicBezTo>
                  <a:lnTo>
                    <a:pt x="11055096" y="744220"/>
                  </a:lnTo>
                  <a:lnTo>
                    <a:pt x="11055096" y="756920"/>
                  </a:lnTo>
                  <a:lnTo>
                    <a:pt x="125984" y="756920"/>
                  </a:lnTo>
                  <a:lnTo>
                    <a:pt x="125984" y="744220"/>
                  </a:lnTo>
                  <a:lnTo>
                    <a:pt x="125984" y="756920"/>
                  </a:lnTo>
                  <a:cubicBezTo>
                    <a:pt x="56769" y="756920"/>
                    <a:pt x="0" y="702437"/>
                    <a:pt x="0" y="634492"/>
                  </a:cubicBezTo>
                  <a:lnTo>
                    <a:pt x="0" y="122428"/>
                  </a:lnTo>
                  <a:lnTo>
                    <a:pt x="12700" y="122428"/>
                  </a:lnTo>
                  <a:lnTo>
                    <a:pt x="0" y="122428"/>
                  </a:lnTo>
                  <a:moveTo>
                    <a:pt x="25400" y="122428"/>
                  </a:moveTo>
                  <a:lnTo>
                    <a:pt x="25400" y="634492"/>
                  </a:lnTo>
                  <a:lnTo>
                    <a:pt x="12700" y="634492"/>
                  </a:lnTo>
                  <a:lnTo>
                    <a:pt x="25400" y="634492"/>
                  </a:lnTo>
                  <a:cubicBezTo>
                    <a:pt x="25400" y="687705"/>
                    <a:pt x="70104" y="731520"/>
                    <a:pt x="125984" y="731520"/>
                  </a:cubicBezTo>
                  <a:lnTo>
                    <a:pt x="11055096" y="731520"/>
                  </a:lnTo>
                  <a:cubicBezTo>
                    <a:pt x="11110976" y="731520"/>
                    <a:pt x="11155680" y="687705"/>
                    <a:pt x="11155680" y="634492"/>
                  </a:cubicBezTo>
                  <a:lnTo>
                    <a:pt x="11155680" y="122428"/>
                  </a:lnTo>
                  <a:cubicBezTo>
                    <a:pt x="11155680" y="69215"/>
                    <a:pt x="11110976" y="25400"/>
                    <a:pt x="11055096" y="25400"/>
                  </a:cubicBezTo>
                  <a:lnTo>
                    <a:pt x="125984" y="25400"/>
                  </a:lnTo>
                  <a:lnTo>
                    <a:pt x="125984" y="12700"/>
                  </a:lnTo>
                  <a:lnTo>
                    <a:pt x="125984" y="25400"/>
                  </a:lnTo>
                  <a:cubicBezTo>
                    <a:pt x="70104" y="25400"/>
                    <a:pt x="25400" y="69215"/>
                    <a:pt x="25400" y="122428"/>
                  </a:cubicBezTo>
                  <a:close/>
                </a:path>
              </a:pathLst>
            </a:custGeom>
            <a:solidFill>
              <a:srgbClr val="E4DDF5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7886700" y="5623560"/>
            <a:ext cx="274320" cy="274320"/>
            <a:chOff x="0" y="0"/>
            <a:chExt cx="365760" cy="365760"/>
          </a:xfrm>
        </p:grpSpPr>
        <p:sp>
          <p:nvSpPr>
            <p:cNvPr name="Freeform 76" id="76" descr="preencoded.png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8298180" y="5486400"/>
            <a:ext cx="7680960" cy="548640"/>
            <a:chOff x="0" y="0"/>
            <a:chExt cx="10241280" cy="7315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1024128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5B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••••••••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5636240" y="5623560"/>
            <a:ext cx="274320" cy="274320"/>
            <a:chOff x="0" y="0"/>
            <a:chExt cx="365760" cy="365760"/>
          </a:xfrm>
        </p:grpSpPr>
        <p:sp>
          <p:nvSpPr>
            <p:cNvPr name="Freeform 81" id="81" descr="preencoded.png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7680960" y="6103620"/>
            <a:ext cx="8366760" cy="342900"/>
            <a:chOff x="0" y="0"/>
            <a:chExt cx="11155680" cy="4572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1155680" cy="457200"/>
            </a:xfrm>
            <a:custGeom>
              <a:avLst/>
              <a:gdLst/>
              <a:ahLst/>
              <a:cxnLst/>
              <a:rect r="r" b="b" t="t" l="l"/>
              <a:pathLst>
                <a:path h="45720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434" r="0" b="-425434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1115568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i="true">
                  <a:solidFill>
                    <a:srgbClr val="5B3F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Esqueci minha senha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7671435" y="6574155"/>
            <a:ext cx="8385810" cy="704850"/>
            <a:chOff x="0" y="0"/>
            <a:chExt cx="11181080" cy="9398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12700" y="12700"/>
              <a:ext cx="11155680" cy="914400"/>
            </a:xfrm>
            <a:custGeom>
              <a:avLst/>
              <a:gdLst/>
              <a:ahLst/>
              <a:cxnLst/>
              <a:rect r="r" b="b" t="t" l="l"/>
              <a:pathLst>
                <a:path h="914400" w="11155680">
                  <a:moveTo>
                    <a:pt x="0" y="146304"/>
                  </a:moveTo>
                  <a:cubicBezTo>
                    <a:pt x="0" y="65532"/>
                    <a:pt x="67183" y="0"/>
                    <a:pt x="149987" y="0"/>
                  </a:cubicBezTo>
                  <a:lnTo>
                    <a:pt x="11005693" y="0"/>
                  </a:lnTo>
                  <a:cubicBezTo>
                    <a:pt x="11088498" y="0"/>
                    <a:pt x="11155680" y="65532"/>
                    <a:pt x="11155680" y="146304"/>
                  </a:cubicBezTo>
                  <a:lnTo>
                    <a:pt x="11155680" y="768096"/>
                  </a:lnTo>
                  <a:cubicBezTo>
                    <a:pt x="11155680" y="848868"/>
                    <a:pt x="11088498" y="914400"/>
                    <a:pt x="11005693" y="914400"/>
                  </a:cubicBezTo>
                  <a:lnTo>
                    <a:pt x="149987" y="914400"/>
                  </a:lnTo>
                  <a:cubicBezTo>
                    <a:pt x="67183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5B3FD9"/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1181080" cy="939800"/>
            </a:xfrm>
            <a:custGeom>
              <a:avLst/>
              <a:gdLst/>
              <a:ahLst/>
              <a:cxnLst/>
              <a:rect r="r" b="b" t="t" l="l"/>
              <a:pathLst>
                <a:path h="939800" w="11181080">
                  <a:moveTo>
                    <a:pt x="0" y="159004"/>
                  </a:moveTo>
                  <a:cubicBezTo>
                    <a:pt x="0" y="70866"/>
                    <a:pt x="73152" y="0"/>
                    <a:pt x="162687" y="0"/>
                  </a:cubicBezTo>
                  <a:lnTo>
                    <a:pt x="11018393" y="0"/>
                  </a:lnTo>
                  <a:lnTo>
                    <a:pt x="11018393" y="12700"/>
                  </a:lnTo>
                  <a:lnTo>
                    <a:pt x="11018393" y="0"/>
                  </a:lnTo>
                  <a:cubicBezTo>
                    <a:pt x="11107928" y="0"/>
                    <a:pt x="11181080" y="70866"/>
                    <a:pt x="11181080" y="159004"/>
                  </a:cubicBezTo>
                  <a:lnTo>
                    <a:pt x="11168380" y="159004"/>
                  </a:lnTo>
                  <a:lnTo>
                    <a:pt x="11181080" y="159004"/>
                  </a:lnTo>
                  <a:lnTo>
                    <a:pt x="11181080" y="780796"/>
                  </a:lnTo>
                  <a:lnTo>
                    <a:pt x="11168380" y="780796"/>
                  </a:lnTo>
                  <a:lnTo>
                    <a:pt x="11181080" y="780796"/>
                  </a:lnTo>
                  <a:cubicBezTo>
                    <a:pt x="11181080" y="868934"/>
                    <a:pt x="11107928" y="939800"/>
                    <a:pt x="11018393" y="939800"/>
                  </a:cubicBezTo>
                  <a:lnTo>
                    <a:pt x="11018393" y="927100"/>
                  </a:lnTo>
                  <a:lnTo>
                    <a:pt x="11018393" y="939800"/>
                  </a:lnTo>
                  <a:lnTo>
                    <a:pt x="162687" y="939800"/>
                  </a:lnTo>
                  <a:lnTo>
                    <a:pt x="162687" y="927100"/>
                  </a:lnTo>
                  <a:lnTo>
                    <a:pt x="162687" y="939800"/>
                  </a:lnTo>
                  <a:cubicBezTo>
                    <a:pt x="73152" y="939800"/>
                    <a:pt x="0" y="868934"/>
                    <a:pt x="0" y="780796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780796"/>
                  </a:lnTo>
                  <a:lnTo>
                    <a:pt x="12700" y="780796"/>
                  </a:lnTo>
                  <a:lnTo>
                    <a:pt x="25400" y="780796"/>
                  </a:lnTo>
                  <a:cubicBezTo>
                    <a:pt x="25400" y="854329"/>
                    <a:pt x="86614" y="914400"/>
                    <a:pt x="162687" y="914400"/>
                  </a:cubicBezTo>
                  <a:lnTo>
                    <a:pt x="11018393" y="914400"/>
                  </a:lnTo>
                  <a:cubicBezTo>
                    <a:pt x="11094593" y="914400"/>
                    <a:pt x="11155680" y="854329"/>
                    <a:pt x="11155680" y="780796"/>
                  </a:cubicBezTo>
                  <a:lnTo>
                    <a:pt x="11155680" y="159004"/>
                  </a:lnTo>
                  <a:cubicBezTo>
                    <a:pt x="11155680" y="85471"/>
                    <a:pt x="11094466" y="25400"/>
                    <a:pt x="11018393" y="25400"/>
                  </a:cubicBezTo>
                  <a:lnTo>
                    <a:pt x="162687" y="25400"/>
                  </a:lnTo>
                  <a:lnTo>
                    <a:pt x="162687" y="12700"/>
                  </a:lnTo>
                  <a:lnTo>
                    <a:pt x="162687" y="25400"/>
                  </a:lnTo>
                  <a:cubicBezTo>
                    <a:pt x="86614" y="25400"/>
                    <a:pt x="25400" y="85471"/>
                    <a:pt x="25400" y="159004"/>
                  </a:cubicBezTo>
                  <a:close/>
                </a:path>
              </a:pathLst>
            </a:custGeom>
            <a:solidFill>
              <a:srgbClr val="5B3FD9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7680960" y="6583680"/>
            <a:ext cx="8366760" cy="685800"/>
            <a:chOff x="0" y="0"/>
            <a:chExt cx="11155680" cy="9144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1155680" cy="914400"/>
            </a:xfrm>
            <a:custGeom>
              <a:avLst/>
              <a:gdLst/>
              <a:ahLst/>
              <a:cxnLst/>
              <a:rect r="r" b="b" t="t" l="l"/>
              <a:pathLst>
                <a:path h="91440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717" r="0" b="-187717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47625"/>
              <a:ext cx="1115568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Entrar  →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7808595" y="7630287"/>
            <a:ext cx="1939290" cy="19050"/>
            <a:chOff x="0" y="0"/>
            <a:chExt cx="2585720" cy="254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12700" y="0"/>
              <a:ext cx="2560320" cy="25400"/>
            </a:xfrm>
            <a:custGeom>
              <a:avLst/>
              <a:gdLst/>
              <a:ahLst/>
              <a:cxnLst/>
              <a:rect r="r" b="b" t="t" l="l"/>
              <a:pathLst>
                <a:path h="2540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4DDF5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3980795" y="7630287"/>
            <a:ext cx="1939290" cy="19050"/>
            <a:chOff x="0" y="0"/>
            <a:chExt cx="2585720" cy="254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12700" y="0"/>
              <a:ext cx="2560320" cy="25400"/>
            </a:xfrm>
            <a:custGeom>
              <a:avLst/>
              <a:gdLst/>
              <a:ahLst/>
              <a:cxnLst/>
              <a:rect r="r" b="b" t="t" l="l"/>
              <a:pathLst>
                <a:path h="2540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4DDF5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7680960" y="7475220"/>
            <a:ext cx="8366760" cy="411480"/>
            <a:chOff x="0" y="0"/>
            <a:chExt cx="11155680" cy="5486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1155680" cy="548640"/>
            </a:xfrm>
            <a:custGeom>
              <a:avLst/>
              <a:gdLst/>
              <a:ahLst/>
              <a:cxnLst/>
              <a:rect r="r" b="b" t="t" l="l"/>
              <a:pathLst>
                <a:path h="54864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195" r="0" b="-346195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111556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B5B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 continue com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7671435" y="8014335"/>
            <a:ext cx="4099560" cy="567690"/>
            <a:chOff x="0" y="0"/>
            <a:chExt cx="5466080" cy="75692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2700" y="12700"/>
              <a:ext cx="5440680" cy="731520"/>
            </a:xfrm>
            <a:custGeom>
              <a:avLst/>
              <a:gdLst/>
              <a:ahLst/>
              <a:cxnLst/>
              <a:rect r="r" b="b" t="t" l="l"/>
              <a:pathLst>
                <a:path h="731520" w="5440680">
                  <a:moveTo>
                    <a:pt x="0" y="109728"/>
                  </a:moveTo>
                  <a:cubicBezTo>
                    <a:pt x="0" y="49149"/>
                    <a:pt x="50546" y="0"/>
                    <a:pt x="113030" y="0"/>
                  </a:cubicBezTo>
                  <a:lnTo>
                    <a:pt x="5327650" y="0"/>
                  </a:lnTo>
                  <a:cubicBezTo>
                    <a:pt x="5390007" y="0"/>
                    <a:pt x="5440680" y="49149"/>
                    <a:pt x="5440680" y="109728"/>
                  </a:cubicBezTo>
                  <a:lnTo>
                    <a:pt x="5440680" y="621792"/>
                  </a:lnTo>
                  <a:cubicBezTo>
                    <a:pt x="5440680" y="682371"/>
                    <a:pt x="5390134" y="731520"/>
                    <a:pt x="5327650" y="731520"/>
                  </a:cubicBezTo>
                  <a:lnTo>
                    <a:pt x="113030" y="731520"/>
                  </a:lnTo>
                  <a:cubicBezTo>
                    <a:pt x="50546" y="731520"/>
                    <a:pt x="0" y="682371"/>
                    <a:pt x="0" y="6217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5466080" cy="756920"/>
            </a:xfrm>
            <a:custGeom>
              <a:avLst/>
              <a:gdLst/>
              <a:ahLst/>
              <a:cxnLst/>
              <a:rect r="r" b="b" t="t" l="l"/>
              <a:pathLst>
                <a:path h="756920" w="5466080">
                  <a:moveTo>
                    <a:pt x="0" y="122428"/>
                  </a:moveTo>
                  <a:cubicBezTo>
                    <a:pt x="0" y="54483"/>
                    <a:pt x="56642" y="0"/>
                    <a:pt x="125730" y="0"/>
                  </a:cubicBezTo>
                  <a:lnTo>
                    <a:pt x="5340350" y="0"/>
                  </a:lnTo>
                  <a:lnTo>
                    <a:pt x="5340350" y="12700"/>
                  </a:lnTo>
                  <a:lnTo>
                    <a:pt x="5340350" y="0"/>
                  </a:lnTo>
                  <a:cubicBezTo>
                    <a:pt x="5409438" y="0"/>
                    <a:pt x="5466080" y="54483"/>
                    <a:pt x="5466080" y="122428"/>
                  </a:cubicBezTo>
                  <a:lnTo>
                    <a:pt x="5453380" y="122428"/>
                  </a:lnTo>
                  <a:lnTo>
                    <a:pt x="5466080" y="122428"/>
                  </a:lnTo>
                  <a:lnTo>
                    <a:pt x="5466080" y="634492"/>
                  </a:lnTo>
                  <a:lnTo>
                    <a:pt x="5453380" y="634492"/>
                  </a:lnTo>
                  <a:lnTo>
                    <a:pt x="5466080" y="634492"/>
                  </a:lnTo>
                  <a:cubicBezTo>
                    <a:pt x="5466080" y="702437"/>
                    <a:pt x="5409438" y="756920"/>
                    <a:pt x="5340350" y="756920"/>
                  </a:cubicBezTo>
                  <a:lnTo>
                    <a:pt x="5340350" y="744220"/>
                  </a:lnTo>
                  <a:lnTo>
                    <a:pt x="5340350" y="756920"/>
                  </a:lnTo>
                  <a:lnTo>
                    <a:pt x="125730" y="756920"/>
                  </a:lnTo>
                  <a:lnTo>
                    <a:pt x="125730" y="744220"/>
                  </a:lnTo>
                  <a:lnTo>
                    <a:pt x="125730" y="756920"/>
                  </a:lnTo>
                  <a:cubicBezTo>
                    <a:pt x="56642" y="756920"/>
                    <a:pt x="0" y="702437"/>
                    <a:pt x="0" y="634492"/>
                  </a:cubicBezTo>
                  <a:lnTo>
                    <a:pt x="0" y="122428"/>
                  </a:lnTo>
                  <a:lnTo>
                    <a:pt x="12700" y="122428"/>
                  </a:lnTo>
                  <a:lnTo>
                    <a:pt x="0" y="122428"/>
                  </a:lnTo>
                  <a:moveTo>
                    <a:pt x="25400" y="122428"/>
                  </a:moveTo>
                  <a:lnTo>
                    <a:pt x="25400" y="634492"/>
                  </a:lnTo>
                  <a:lnTo>
                    <a:pt x="12700" y="634492"/>
                  </a:lnTo>
                  <a:lnTo>
                    <a:pt x="25400" y="634492"/>
                  </a:lnTo>
                  <a:cubicBezTo>
                    <a:pt x="25400" y="687705"/>
                    <a:pt x="69977" y="731520"/>
                    <a:pt x="125730" y="731520"/>
                  </a:cubicBezTo>
                  <a:lnTo>
                    <a:pt x="5340350" y="731520"/>
                  </a:lnTo>
                  <a:cubicBezTo>
                    <a:pt x="5396103" y="731520"/>
                    <a:pt x="5440680" y="687705"/>
                    <a:pt x="5440680" y="634492"/>
                  </a:cubicBezTo>
                  <a:lnTo>
                    <a:pt x="5440680" y="122428"/>
                  </a:lnTo>
                  <a:cubicBezTo>
                    <a:pt x="5440680" y="69215"/>
                    <a:pt x="5396103" y="25400"/>
                    <a:pt x="5340350" y="25400"/>
                  </a:cubicBezTo>
                  <a:lnTo>
                    <a:pt x="125730" y="25400"/>
                  </a:lnTo>
                  <a:lnTo>
                    <a:pt x="125730" y="12700"/>
                  </a:lnTo>
                  <a:lnTo>
                    <a:pt x="125730" y="25400"/>
                  </a:lnTo>
                  <a:cubicBezTo>
                    <a:pt x="69977" y="25400"/>
                    <a:pt x="25400" y="69215"/>
                    <a:pt x="25400" y="122428"/>
                  </a:cubicBezTo>
                  <a:close/>
                </a:path>
              </a:pathLst>
            </a:custGeom>
            <a:solidFill>
              <a:srgbClr val="E4DDF5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7886700" y="8161020"/>
            <a:ext cx="274320" cy="274320"/>
            <a:chOff x="0" y="0"/>
            <a:chExt cx="365760" cy="365760"/>
          </a:xfrm>
        </p:grpSpPr>
        <p:sp>
          <p:nvSpPr>
            <p:cNvPr name="Freeform 102" id="102" descr="preencoded.png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8298180" y="8023860"/>
            <a:ext cx="3669030" cy="548640"/>
            <a:chOff x="0" y="0"/>
            <a:chExt cx="4892040" cy="73152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892040" cy="731520"/>
            </a:xfrm>
            <a:custGeom>
              <a:avLst/>
              <a:gdLst/>
              <a:ahLst/>
              <a:cxnLst/>
              <a:rect r="r" b="b" t="t" l="l"/>
              <a:pathLst>
                <a:path h="731520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306" r="0" b="-80306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48920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F11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Google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1957685" y="8014335"/>
            <a:ext cx="4099560" cy="567690"/>
            <a:chOff x="0" y="0"/>
            <a:chExt cx="5466080" cy="75692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12700" y="12700"/>
              <a:ext cx="5440680" cy="731520"/>
            </a:xfrm>
            <a:custGeom>
              <a:avLst/>
              <a:gdLst/>
              <a:ahLst/>
              <a:cxnLst/>
              <a:rect r="r" b="b" t="t" l="l"/>
              <a:pathLst>
                <a:path h="731520" w="5440680">
                  <a:moveTo>
                    <a:pt x="0" y="109728"/>
                  </a:moveTo>
                  <a:cubicBezTo>
                    <a:pt x="0" y="49149"/>
                    <a:pt x="50546" y="0"/>
                    <a:pt x="113030" y="0"/>
                  </a:cubicBezTo>
                  <a:lnTo>
                    <a:pt x="5327650" y="0"/>
                  </a:lnTo>
                  <a:cubicBezTo>
                    <a:pt x="5390007" y="0"/>
                    <a:pt x="5440680" y="49149"/>
                    <a:pt x="5440680" y="109728"/>
                  </a:cubicBezTo>
                  <a:lnTo>
                    <a:pt x="5440680" y="621792"/>
                  </a:lnTo>
                  <a:cubicBezTo>
                    <a:pt x="5440680" y="682371"/>
                    <a:pt x="5390134" y="731520"/>
                    <a:pt x="5327650" y="731520"/>
                  </a:cubicBezTo>
                  <a:lnTo>
                    <a:pt x="113030" y="731520"/>
                  </a:lnTo>
                  <a:cubicBezTo>
                    <a:pt x="50546" y="731520"/>
                    <a:pt x="0" y="682371"/>
                    <a:pt x="0" y="6217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5466080" cy="756920"/>
            </a:xfrm>
            <a:custGeom>
              <a:avLst/>
              <a:gdLst/>
              <a:ahLst/>
              <a:cxnLst/>
              <a:rect r="r" b="b" t="t" l="l"/>
              <a:pathLst>
                <a:path h="756920" w="5466080">
                  <a:moveTo>
                    <a:pt x="0" y="122428"/>
                  </a:moveTo>
                  <a:cubicBezTo>
                    <a:pt x="0" y="54483"/>
                    <a:pt x="56642" y="0"/>
                    <a:pt x="125730" y="0"/>
                  </a:cubicBezTo>
                  <a:lnTo>
                    <a:pt x="5340350" y="0"/>
                  </a:lnTo>
                  <a:lnTo>
                    <a:pt x="5340350" y="12700"/>
                  </a:lnTo>
                  <a:lnTo>
                    <a:pt x="5340350" y="0"/>
                  </a:lnTo>
                  <a:cubicBezTo>
                    <a:pt x="5409438" y="0"/>
                    <a:pt x="5466080" y="54483"/>
                    <a:pt x="5466080" y="122428"/>
                  </a:cubicBezTo>
                  <a:lnTo>
                    <a:pt x="5453380" y="122428"/>
                  </a:lnTo>
                  <a:lnTo>
                    <a:pt x="5466080" y="122428"/>
                  </a:lnTo>
                  <a:lnTo>
                    <a:pt x="5466080" y="634492"/>
                  </a:lnTo>
                  <a:lnTo>
                    <a:pt x="5453380" y="634492"/>
                  </a:lnTo>
                  <a:lnTo>
                    <a:pt x="5466080" y="634492"/>
                  </a:lnTo>
                  <a:cubicBezTo>
                    <a:pt x="5466080" y="702437"/>
                    <a:pt x="5409438" y="756920"/>
                    <a:pt x="5340350" y="756920"/>
                  </a:cubicBezTo>
                  <a:lnTo>
                    <a:pt x="5340350" y="744220"/>
                  </a:lnTo>
                  <a:lnTo>
                    <a:pt x="5340350" y="756920"/>
                  </a:lnTo>
                  <a:lnTo>
                    <a:pt x="125730" y="756920"/>
                  </a:lnTo>
                  <a:lnTo>
                    <a:pt x="125730" y="744220"/>
                  </a:lnTo>
                  <a:lnTo>
                    <a:pt x="125730" y="756920"/>
                  </a:lnTo>
                  <a:cubicBezTo>
                    <a:pt x="56642" y="756920"/>
                    <a:pt x="0" y="702437"/>
                    <a:pt x="0" y="634492"/>
                  </a:cubicBezTo>
                  <a:lnTo>
                    <a:pt x="0" y="122428"/>
                  </a:lnTo>
                  <a:lnTo>
                    <a:pt x="12700" y="122428"/>
                  </a:lnTo>
                  <a:lnTo>
                    <a:pt x="0" y="122428"/>
                  </a:lnTo>
                  <a:moveTo>
                    <a:pt x="25400" y="122428"/>
                  </a:moveTo>
                  <a:lnTo>
                    <a:pt x="25400" y="634492"/>
                  </a:lnTo>
                  <a:lnTo>
                    <a:pt x="12700" y="634492"/>
                  </a:lnTo>
                  <a:lnTo>
                    <a:pt x="25400" y="634492"/>
                  </a:lnTo>
                  <a:cubicBezTo>
                    <a:pt x="25400" y="687705"/>
                    <a:pt x="69977" y="731520"/>
                    <a:pt x="125730" y="731520"/>
                  </a:cubicBezTo>
                  <a:lnTo>
                    <a:pt x="5340350" y="731520"/>
                  </a:lnTo>
                  <a:cubicBezTo>
                    <a:pt x="5396103" y="731520"/>
                    <a:pt x="5440680" y="687705"/>
                    <a:pt x="5440680" y="634492"/>
                  </a:cubicBezTo>
                  <a:lnTo>
                    <a:pt x="5440680" y="122428"/>
                  </a:lnTo>
                  <a:cubicBezTo>
                    <a:pt x="5440680" y="69215"/>
                    <a:pt x="5396103" y="25400"/>
                    <a:pt x="5340350" y="25400"/>
                  </a:cubicBezTo>
                  <a:lnTo>
                    <a:pt x="125730" y="25400"/>
                  </a:lnTo>
                  <a:lnTo>
                    <a:pt x="125730" y="12700"/>
                  </a:lnTo>
                  <a:lnTo>
                    <a:pt x="125730" y="25400"/>
                  </a:lnTo>
                  <a:cubicBezTo>
                    <a:pt x="69977" y="25400"/>
                    <a:pt x="25400" y="69215"/>
                    <a:pt x="25400" y="122428"/>
                  </a:cubicBezTo>
                  <a:close/>
                </a:path>
              </a:pathLst>
            </a:custGeom>
            <a:solidFill>
              <a:srgbClr val="E4DDF5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2584430" y="8023860"/>
            <a:ext cx="3669030" cy="548640"/>
            <a:chOff x="0" y="0"/>
            <a:chExt cx="4892040" cy="73152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4892040" cy="731520"/>
            </a:xfrm>
            <a:custGeom>
              <a:avLst/>
              <a:gdLst/>
              <a:ahLst/>
              <a:cxnLst/>
              <a:rect r="r" b="b" t="t" l="l"/>
              <a:pathLst>
                <a:path h="731520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306" r="0" b="-80306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48920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F11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Outro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7680960" y="8709660"/>
            <a:ext cx="8366760" cy="411480"/>
            <a:chOff x="0" y="0"/>
            <a:chExt cx="11155680" cy="54864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1155680" cy="548640"/>
            </a:xfrm>
            <a:custGeom>
              <a:avLst/>
              <a:gdLst/>
              <a:ahLst/>
              <a:cxnLst/>
              <a:rect r="r" b="b" t="t" l="l"/>
              <a:pathLst>
                <a:path h="54864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195" r="0" b="-346195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28575"/>
              <a:ext cx="111556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5B3F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Não tem conta? Cadastre-se grátis →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6915943" y="9738360"/>
            <a:ext cx="822960" cy="411480"/>
            <a:chOff x="0" y="0"/>
            <a:chExt cx="1097280" cy="54864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47625"/>
              <a:ext cx="109728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6B5B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411480"/>
            <a:ext cx="16459200" cy="822960"/>
            <a:chOff x="0" y="0"/>
            <a:chExt cx="219456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1945600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3B23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inicial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0595" y="1842135"/>
            <a:ext cx="16382238" cy="7837170"/>
            <a:chOff x="0" y="0"/>
            <a:chExt cx="21842984" cy="10449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21817585" cy="10424161"/>
            </a:xfrm>
            <a:custGeom>
              <a:avLst/>
              <a:gdLst/>
              <a:ahLst/>
              <a:cxnLst/>
              <a:rect r="r" b="b" t="t" l="l"/>
              <a:pathLst>
                <a:path h="10424161" w="21817585">
                  <a:moveTo>
                    <a:pt x="0" y="219456"/>
                  </a:moveTo>
                  <a:cubicBezTo>
                    <a:pt x="0" y="98298"/>
                    <a:pt x="98425" y="0"/>
                    <a:pt x="219710" y="0"/>
                  </a:cubicBezTo>
                  <a:lnTo>
                    <a:pt x="21597874" y="0"/>
                  </a:lnTo>
                  <a:cubicBezTo>
                    <a:pt x="21719160" y="0"/>
                    <a:pt x="21817585" y="98298"/>
                    <a:pt x="21817585" y="219456"/>
                  </a:cubicBezTo>
                  <a:lnTo>
                    <a:pt x="21817585" y="10204704"/>
                  </a:lnTo>
                  <a:cubicBezTo>
                    <a:pt x="21817585" y="10325862"/>
                    <a:pt x="21719160" y="10424161"/>
                    <a:pt x="21597874" y="10424161"/>
                  </a:cubicBezTo>
                  <a:lnTo>
                    <a:pt x="219710" y="10424161"/>
                  </a:lnTo>
                  <a:cubicBezTo>
                    <a:pt x="98425" y="10424160"/>
                    <a:pt x="0" y="10325862"/>
                    <a:pt x="0" y="102047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842985" cy="10449561"/>
            </a:xfrm>
            <a:custGeom>
              <a:avLst/>
              <a:gdLst/>
              <a:ahLst/>
              <a:cxnLst/>
              <a:rect r="r" b="b" t="t" l="l"/>
              <a:pathLst>
                <a:path h="10449561" w="21842985">
                  <a:moveTo>
                    <a:pt x="0" y="232156"/>
                  </a:moveTo>
                  <a:cubicBezTo>
                    <a:pt x="0" y="103886"/>
                    <a:pt x="104013" y="0"/>
                    <a:pt x="232410" y="0"/>
                  </a:cubicBezTo>
                  <a:lnTo>
                    <a:pt x="21610574" y="0"/>
                  </a:lnTo>
                  <a:lnTo>
                    <a:pt x="21610574" y="12700"/>
                  </a:lnTo>
                  <a:lnTo>
                    <a:pt x="21610574" y="0"/>
                  </a:lnTo>
                  <a:cubicBezTo>
                    <a:pt x="21738971" y="0"/>
                    <a:pt x="21842985" y="103886"/>
                    <a:pt x="21842985" y="232156"/>
                  </a:cubicBezTo>
                  <a:lnTo>
                    <a:pt x="21830285" y="232156"/>
                  </a:lnTo>
                  <a:lnTo>
                    <a:pt x="21842985" y="232156"/>
                  </a:lnTo>
                  <a:lnTo>
                    <a:pt x="21842985" y="10217404"/>
                  </a:lnTo>
                  <a:lnTo>
                    <a:pt x="21830285" y="10217404"/>
                  </a:lnTo>
                  <a:lnTo>
                    <a:pt x="21842985" y="10217404"/>
                  </a:lnTo>
                  <a:cubicBezTo>
                    <a:pt x="21842985" y="10345674"/>
                    <a:pt x="21738971" y="10449561"/>
                    <a:pt x="21610574" y="10449561"/>
                  </a:cubicBezTo>
                  <a:lnTo>
                    <a:pt x="21610574" y="10436861"/>
                  </a:lnTo>
                  <a:lnTo>
                    <a:pt x="21610574" y="10449561"/>
                  </a:lnTo>
                  <a:lnTo>
                    <a:pt x="232410" y="10449561"/>
                  </a:lnTo>
                  <a:lnTo>
                    <a:pt x="232410" y="10436861"/>
                  </a:lnTo>
                  <a:lnTo>
                    <a:pt x="232410" y="10449561"/>
                  </a:lnTo>
                  <a:cubicBezTo>
                    <a:pt x="104013" y="10449560"/>
                    <a:pt x="0" y="10345674"/>
                    <a:pt x="0" y="10217404"/>
                  </a:cubicBezTo>
                  <a:lnTo>
                    <a:pt x="0" y="232156"/>
                  </a:lnTo>
                  <a:lnTo>
                    <a:pt x="12700" y="232156"/>
                  </a:lnTo>
                  <a:lnTo>
                    <a:pt x="0" y="232156"/>
                  </a:lnTo>
                  <a:moveTo>
                    <a:pt x="25400" y="232156"/>
                  </a:moveTo>
                  <a:lnTo>
                    <a:pt x="25400" y="10217404"/>
                  </a:lnTo>
                  <a:lnTo>
                    <a:pt x="12700" y="10217404"/>
                  </a:lnTo>
                  <a:lnTo>
                    <a:pt x="25400" y="10217404"/>
                  </a:lnTo>
                  <a:cubicBezTo>
                    <a:pt x="25400" y="10331577"/>
                    <a:pt x="118110" y="10424161"/>
                    <a:pt x="232410" y="10424161"/>
                  </a:cubicBezTo>
                  <a:lnTo>
                    <a:pt x="21610574" y="10424161"/>
                  </a:lnTo>
                  <a:cubicBezTo>
                    <a:pt x="21724874" y="10424161"/>
                    <a:pt x="21817585" y="10331577"/>
                    <a:pt x="21817585" y="10217404"/>
                  </a:cubicBezTo>
                  <a:lnTo>
                    <a:pt x="21817585" y="232156"/>
                  </a:lnTo>
                  <a:cubicBezTo>
                    <a:pt x="21817585" y="117983"/>
                    <a:pt x="21724874" y="25400"/>
                    <a:pt x="21610574" y="25400"/>
                  </a:cubicBezTo>
                  <a:lnTo>
                    <a:pt x="232410" y="25400"/>
                  </a:lnTo>
                  <a:lnTo>
                    <a:pt x="232410" y="12700"/>
                  </a:lnTo>
                  <a:lnTo>
                    <a:pt x="232410" y="25400"/>
                  </a:lnTo>
                  <a:cubicBezTo>
                    <a:pt x="118110" y="25400"/>
                    <a:pt x="25400" y="117983"/>
                    <a:pt x="25400" y="232156"/>
                  </a:cubicBezTo>
                  <a:close/>
                </a:path>
              </a:pathLst>
            </a:custGeom>
            <a:solidFill>
              <a:srgbClr val="E4DDF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50595" y="1842135"/>
            <a:ext cx="16382238" cy="499110"/>
            <a:chOff x="0" y="0"/>
            <a:chExt cx="21842984" cy="665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0" y="12700"/>
              <a:ext cx="21817585" cy="640080"/>
            </a:xfrm>
            <a:custGeom>
              <a:avLst/>
              <a:gdLst/>
              <a:ahLst/>
              <a:cxnLst/>
              <a:rect r="r" b="b" t="t" l="l"/>
              <a:pathLst>
                <a:path h="640080" w="21817585">
                  <a:moveTo>
                    <a:pt x="0" y="0"/>
                  </a:moveTo>
                  <a:lnTo>
                    <a:pt x="21817585" y="0"/>
                  </a:lnTo>
                  <a:lnTo>
                    <a:pt x="21817585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F5F3F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842985" cy="665480"/>
            </a:xfrm>
            <a:custGeom>
              <a:avLst/>
              <a:gdLst/>
              <a:ahLst/>
              <a:cxnLst/>
              <a:rect r="r" b="b" t="t" l="l"/>
              <a:pathLst>
                <a:path h="665480" w="21842985">
                  <a:moveTo>
                    <a:pt x="12700" y="0"/>
                  </a:moveTo>
                  <a:lnTo>
                    <a:pt x="21830285" y="0"/>
                  </a:lnTo>
                  <a:cubicBezTo>
                    <a:pt x="21837270" y="0"/>
                    <a:pt x="21842985" y="5715"/>
                    <a:pt x="21842985" y="12700"/>
                  </a:cubicBezTo>
                  <a:lnTo>
                    <a:pt x="21842985" y="652780"/>
                  </a:lnTo>
                  <a:cubicBezTo>
                    <a:pt x="21842985" y="659765"/>
                    <a:pt x="21837270" y="665480"/>
                    <a:pt x="21830285" y="665480"/>
                  </a:cubicBezTo>
                  <a:lnTo>
                    <a:pt x="12700" y="665480"/>
                  </a:lnTo>
                  <a:cubicBezTo>
                    <a:pt x="5715" y="665480"/>
                    <a:pt x="0" y="659765"/>
                    <a:pt x="0" y="6527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52780"/>
                  </a:lnTo>
                  <a:lnTo>
                    <a:pt x="12700" y="652780"/>
                  </a:lnTo>
                  <a:lnTo>
                    <a:pt x="12700" y="640080"/>
                  </a:lnTo>
                  <a:lnTo>
                    <a:pt x="21830285" y="640080"/>
                  </a:lnTo>
                  <a:lnTo>
                    <a:pt x="21830285" y="652780"/>
                  </a:lnTo>
                  <a:lnTo>
                    <a:pt x="21817585" y="652780"/>
                  </a:lnTo>
                  <a:lnTo>
                    <a:pt x="21817585" y="12700"/>
                  </a:lnTo>
                  <a:lnTo>
                    <a:pt x="21830285" y="12700"/>
                  </a:lnTo>
                  <a:lnTo>
                    <a:pt x="2183028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4DDF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56335" y="1979295"/>
            <a:ext cx="197358" cy="197358"/>
            <a:chOff x="0" y="0"/>
            <a:chExt cx="263144" cy="2631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2700" y="12700"/>
              <a:ext cx="237744" cy="237744"/>
            </a:xfrm>
            <a:custGeom>
              <a:avLst/>
              <a:gdLst/>
              <a:ahLst/>
              <a:cxnLst/>
              <a:rect r="r" b="b" t="t" l="l"/>
              <a:pathLst>
                <a:path h="237744" w="237744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cubicBezTo>
                    <a:pt x="184531" y="0"/>
                    <a:pt x="237744" y="53213"/>
                    <a:pt x="237744" y="118872"/>
                  </a:cubicBezTo>
                  <a:cubicBezTo>
                    <a:pt x="237744" y="184531"/>
                    <a:pt x="184531" y="237744"/>
                    <a:pt x="118872" y="237744"/>
                  </a:cubicBezTo>
                  <a:cubicBezTo>
                    <a:pt x="53213" y="237744"/>
                    <a:pt x="0" y="184531"/>
                    <a:pt x="0" y="118872"/>
                  </a:cubicBezTo>
                  <a:close/>
                </a:path>
              </a:pathLst>
            </a:custGeom>
            <a:solidFill>
              <a:srgbClr val="FF605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3144" cy="263144"/>
            </a:xfrm>
            <a:custGeom>
              <a:avLst/>
              <a:gdLst/>
              <a:ahLst/>
              <a:cxnLst/>
              <a:rect r="r" b="b" t="t" l="l"/>
              <a:pathLst>
                <a:path h="263144" w="263144">
                  <a:moveTo>
                    <a:pt x="0" y="131572"/>
                  </a:moveTo>
                  <a:cubicBezTo>
                    <a:pt x="0" y="58928"/>
                    <a:pt x="58928" y="0"/>
                    <a:pt x="131572" y="0"/>
                  </a:cubicBezTo>
                  <a:lnTo>
                    <a:pt x="131572" y="12700"/>
                  </a:lnTo>
                  <a:lnTo>
                    <a:pt x="131572" y="0"/>
                  </a:lnTo>
                  <a:cubicBezTo>
                    <a:pt x="204216" y="0"/>
                    <a:pt x="263144" y="58928"/>
                    <a:pt x="263144" y="131572"/>
                  </a:cubicBezTo>
                  <a:lnTo>
                    <a:pt x="250444" y="131572"/>
                  </a:lnTo>
                  <a:lnTo>
                    <a:pt x="263144" y="131572"/>
                  </a:lnTo>
                  <a:cubicBezTo>
                    <a:pt x="263144" y="204216"/>
                    <a:pt x="204216" y="263144"/>
                    <a:pt x="131572" y="263144"/>
                  </a:cubicBezTo>
                  <a:lnTo>
                    <a:pt x="131572" y="250444"/>
                  </a:lnTo>
                  <a:lnTo>
                    <a:pt x="131572" y="263144"/>
                  </a:lnTo>
                  <a:cubicBezTo>
                    <a:pt x="58928" y="263144"/>
                    <a:pt x="0" y="204216"/>
                    <a:pt x="0" y="131572"/>
                  </a:cubicBezTo>
                  <a:lnTo>
                    <a:pt x="12700" y="131572"/>
                  </a:lnTo>
                  <a:lnTo>
                    <a:pt x="25400" y="131572"/>
                  </a:lnTo>
                  <a:lnTo>
                    <a:pt x="12700" y="131572"/>
                  </a:lnTo>
                  <a:lnTo>
                    <a:pt x="0" y="131572"/>
                  </a:lnTo>
                  <a:moveTo>
                    <a:pt x="25400" y="131572"/>
                  </a:moveTo>
                  <a:cubicBezTo>
                    <a:pt x="25400" y="138557"/>
                    <a:pt x="19685" y="144272"/>
                    <a:pt x="12700" y="144272"/>
                  </a:cubicBezTo>
                  <a:cubicBezTo>
                    <a:pt x="5715" y="144272"/>
                    <a:pt x="0" y="138557"/>
                    <a:pt x="0" y="131572"/>
                  </a:cubicBezTo>
                  <a:cubicBezTo>
                    <a:pt x="0" y="124587"/>
                    <a:pt x="5715" y="118872"/>
                    <a:pt x="12700" y="118872"/>
                  </a:cubicBezTo>
                  <a:cubicBezTo>
                    <a:pt x="19685" y="118872"/>
                    <a:pt x="25400" y="124587"/>
                    <a:pt x="25400" y="131572"/>
                  </a:cubicBezTo>
                  <a:cubicBezTo>
                    <a:pt x="25400" y="190246"/>
                    <a:pt x="72898" y="237744"/>
                    <a:pt x="131572" y="237744"/>
                  </a:cubicBezTo>
                  <a:cubicBezTo>
                    <a:pt x="190246" y="237744"/>
                    <a:pt x="237744" y="190246"/>
                    <a:pt x="237744" y="131572"/>
                  </a:cubicBezTo>
                  <a:cubicBezTo>
                    <a:pt x="237744" y="72898"/>
                    <a:pt x="190246" y="25400"/>
                    <a:pt x="131572" y="25400"/>
                  </a:cubicBezTo>
                  <a:lnTo>
                    <a:pt x="131572" y="12700"/>
                  </a:lnTo>
                  <a:lnTo>
                    <a:pt x="131572" y="25400"/>
                  </a:lnTo>
                  <a:cubicBezTo>
                    <a:pt x="72898" y="25400"/>
                    <a:pt x="25400" y="72898"/>
                    <a:pt x="25400" y="131572"/>
                  </a:cubicBezTo>
                  <a:close/>
                </a:path>
              </a:pathLst>
            </a:custGeom>
            <a:solidFill>
              <a:srgbClr val="FF605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30655" y="1979295"/>
            <a:ext cx="197358" cy="197358"/>
            <a:chOff x="0" y="0"/>
            <a:chExt cx="263144" cy="2631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237744" cy="237744"/>
            </a:xfrm>
            <a:custGeom>
              <a:avLst/>
              <a:gdLst/>
              <a:ahLst/>
              <a:cxnLst/>
              <a:rect r="r" b="b" t="t" l="l"/>
              <a:pathLst>
                <a:path h="237744" w="237744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cubicBezTo>
                    <a:pt x="184531" y="0"/>
                    <a:pt x="237744" y="53213"/>
                    <a:pt x="237744" y="118872"/>
                  </a:cubicBezTo>
                  <a:cubicBezTo>
                    <a:pt x="237744" y="184531"/>
                    <a:pt x="184531" y="237744"/>
                    <a:pt x="118872" y="237744"/>
                  </a:cubicBezTo>
                  <a:cubicBezTo>
                    <a:pt x="53213" y="237744"/>
                    <a:pt x="0" y="184531"/>
                    <a:pt x="0" y="118872"/>
                  </a:cubicBezTo>
                  <a:close/>
                </a:path>
              </a:pathLst>
            </a:custGeom>
            <a:solidFill>
              <a:srgbClr val="FFBD2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3144" cy="263144"/>
            </a:xfrm>
            <a:custGeom>
              <a:avLst/>
              <a:gdLst/>
              <a:ahLst/>
              <a:cxnLst/>
              <a:rect r="r" b="b" t="t" l="l"/>
              <a:pathLst>
                <a:path h="263144" w="263144">
                  <a:moveTo>
                    <a:pt x="0" y="131572"/>
                  </a:moveTo>
                  <a:cubicBezTo>
                    <a:pt x="0" y="58928"/>
                    <a:pt x="58928" y="0"/>
                    <a:pt x="131572" y="0"/>
                  </a:cubicBezTo>
                  <a:lnTo>
                    <a:pt x="131572" y="12700"/>
                  </a:lnTo>
                  <a:lnTo>
                    <a:pt x="131572" y="0"/>
                  </a:lnTo>
                  <a:cubicBezTo>
                    <a:pt x="204216" y="0"/>
                    <a:pt x="263144" y="58928"/>
                    <a:pt x="263144" y="131572"/>
                  </a:cubicBezTo>
                  <a:lnTo>
                    <a:pt x="250444" y="131572"/>
                  </a:lnTo>
                  <a:lnTo>
                    <a:pt x="263144" y="131572"/>
                  </a:lnTo>
                  <a:cubicBezTo>
                    <a:pt x="263144" y="204216"/>
                    <a:pt x="204216" y="263144"/>
                    <a:pt x="131572" y="263144"/>
                  </a:cubicBezTo>
                  <a:lnTo>
                    <a:pt x="131572" y="250444"/>
                  </a:lnTo>
                  <a:lnTo>
                    <a:pt x="131572" y="263144"/>
                  </a:lnTo>
                  <a:cubicBezTo>
                    <a:pt x="58928" y="263144"/>
                    <a:pt x="0" y="204216"/>
                    <a:pt x="0" y="131572"/>
                  </a:cubicBezTo>
                  <a:lnTo>
                    <a:pt x="12700" y="131572"/>
                  </a:lnTo>
                  <a:lnTo>
                    <a:pt x="25400" y="131572"/>
                  </a:lnTo>
                  <a:lnTo>
                    <a:pt x="12700" y="131572"/>
                  </a:lnTo>
                  <a:lnTo>
                    <a:pt x="0" y="131572"/>
                  </a:lnTo>
                  <a:moveTo>
                    <a:pt x="25400" y="131572"/>
                  </a:moveTo>
                  <a:cubicBezTo>
                    <a:pt x="25400" y="138557"/>
                    <a:pt x="19685" y="144272"/>
                    <a:pt x="12700" y="144272"/>
                  </a:cubicBezTo>
                  <a:cubicBezTo>
                    <a:pt x="5715" y="144272"/>
                    <a:pt x="0" y="138557"/>
                    <a:pt x="0" y="131572"/>
                  </a:cubicBezTo>
                  <a:cubicBezTo>
                    <a:pt x="0" y="124587"/>
                    <a:pt x="5715" y="118872"/>
                    <a:pt x="12700" y="118872"/>
                  </a:cubicBezTo>
                  <a:cubicBezTo>
                    <a:pt x="19685" y="118872"/>
                    <a:pt x="25400" y="124587"/>
                    <a:pt x="25400" y="131572"/>
                  </a:cubicBezTo>
                  <a:cubicBezTo>
                    <a:pt x="25400" y="190246"/>
                    <a:pt x="72898" y="237744"/>
                    <a:pt x="131572" y="237744"/>
                  </a:cubicBezTo>
                  <a:cubicBezTo>
                    <a:pt x="190246" y="237744"/>
                    <a:pt x="237744" y="190246"/>
                    <a:pt x="237744" y="131572"/>
                  </a:cubicBezTo>
                  <a:cubicBezTo>
                    <a:pt x="237744" y="72898"/>
                    <a:pt x="190246" y="25400"/>
                    <a:pt x="131572" y="25400"/>
                  </a:cubicBezTo>
                  <a:lnTo>
                    <a:pt x="131572" y="12700"/>
                  </a:lnTo>
                  <a:lnTo>
                    <a:pt x="131572" y="25400"/>
                  </a:lnTo>
                  <a:cubicBezTo>
                    <a:pt x="72898" y="25400"/>
                    <a:pt x="25400" y="72898"/>
                    <a:pt x="25400" y="131572"/>
                  </a:cubicBezTo>
                  <a:close/>
                </a:path>
              </a:pathLst>
            </a:custGeom>
            <a:solidFill>
              <a:srgbClr val="FFBD2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704975" y="1979295"/>
            <a:ext cx="197358" cy="197358"/>
            <a:chOff x="0" y="0"/>
            <a:chExt cx="263144" cy="2631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237744" cy="237744"/>
            </a:xfrm>
            <a:custGeom>
              <a:avLst/>
              <a:gdLst/>
              <a:ahLst/>
              <a:cxnLst/>
              <a:rect r="r" b="b" t="t" l="l"/>
              <a:pathLst>
                <a:path h="237744" w="237744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cubicBezTo>
                    <a:pt x="184531" y="0"/>
                    <a:pt x="237744" y="53213"/>
                    <a:pt x="237744" y="118872"/>
                  </a:cubicBezTo>
                  <a:cubicBezTo>
                    <a:pt x="237744" y="184531"/>
                    <a:pt x="184531" y="237744"/>
                    <a:pt x="118872" y="237744"/>
                  </a:cubicBezTo>
                  <a:cubicBezTo>
                    <a:pt x="53213" y="237744"/>
                    <a:pt x="0" y="184531"/>
                    <a:pt x="0" y="118872"/>
                  </a:cubicBezTo>
                  <a:close/>
                </a:path>
              </a:pathLst>
            </a:custGeom>
            <a:solidFill>
              <a:srgbClr val="27C94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63144" cy="263144"/>
            </a:xfrm>
            <a:custGeom>
              <a:avLst/>
              <a:gdLst/>
              <a:ahLst/>
              <a:cxnLst/>
              <a:rect r="r" b="b" t="t" l="l"/>
              <a:pathLst>
                <a:path h="263144" w="263144">
                  <a:moveTo>
                    <a:pt x="0" y="131572"/>
                  </a:moveTo>
                  <a:cubicBezTo>
                    <a:pt x="0" y="58928"/>
                    <a:pt x="58928" y="0"/>
                    <a:pt x="131572" y="0"/>
                  </a:cubicBezTo>
                  <a:lnTo>
                    <a:pt x="131572" y="12700"/>
                  </a:lnTo>
                  <a:lnTo>
                    <a:pt x="131572" y="0"/>
                  </a:lnTo>
                  <a:cubicBezTo>
                    <a:pt x="204216" y="0"/>
                    <a:pt x="263144" y="58928"/>
                    <a:pt x="263144" y="131572"/>
                  </a:cubicBezTo>
                  <a:lnTo>
                    <a:pt x="250444" y="131572"/>
                  </a:lnTo>
                  <a:lnTo>
                    <a:pt x="263144" y="131572"/>
                  </a:lnTo>
                  <a:cubicBezTo>
                    <a:pt x="263144" y="204216"/>
                    <a:pt x="204216" y="263144"/>
                    <a:pt x="131572" y="263144"/>
                  </a:cubicBezTo>
                  <a:lnTo>
                    <a:pt x="131572" y="250444"/>
                  </a:lnTo>
                  <a:lnTo>
                    <a:pt x="131572" y="263144"/>
                  </a:lnTo>
                  <a:cubicBezTo>
                    <a:pt x="58928" y="263144"/>
                    <a:pt x="0" y="204216"/>
                    <a:pt x="0" y="131572"/>
                  </a:cubicBezTo>
                  <a:lnTo>
                    <a:pt x="12700" y="131572"/>
                  </a:lnTo>
                  <a:lnTo>
                    <a:pt x="25400" y="131572"/>
                  </a:lnTo>
                  <a:lnTo>
                    <a:pt x="12700" y="131572"/>
                  </a:lnTo>
                  <a:lnTo>
                    <a:pt x="0" y="131572"/>
                  </a:lnTo>
                  <a:moveTo>
                    <a:pt x="25400" y="131572"/>
                  </a:moveTo>
                  <a:cubicBezTo>
                    <a:pt x="25400" y="138557"/>
                    <a:pt x="19685" y="144272"/>
                    <a:pt x="12700" y="144272"/>
                  </a:cubicBezTo>
                  <a:cubicBezTo>
                    <a:pt x="5715" y="144272"/>
                    <a:pt x="0" y="138557"/>
                    <a:pt x="0" y="131572"/>
                  </a:cubicBezTo>
                  <a:cubicBezTo>
                    <a:pt x="0" y="124587"/>
                    <a:pt x="5715" y="118872"/>
                    <a:pt x="12700" y="118872"/>
                  </a:cubicBezTo>
                  <a:cubicBezTo>
                    <a:pt x="19685" y="118872"/>
                    <a:pt x="25400" y="124587"/>
                    <a:pt x="25400" y="131572"/>
                  </a:cubicBezTo>
                  <a:cubicBezTo>
                    <a:pt x="25400" y="190246"/>
                    <a:pt x="72898" y="237744"/>
                    <a:pt x="131572" y="237744"/>
                  </a:cubicBezTo>
                  <a:cubicBezTo>
                    <a:pt x="190246" y="237744"/>
                    <a:pt x="237744" y="190246"/>
                    <a:pt x="237744" y="131572"/>
                  </a:cubicBezTo>
                  <a:cubicBezTo>
                    <a:pt x="237744" y="72898"/>
                    <a:pt x="190246" y="25400"/>
                    <a:pt x="131572" y="25400"/>
                  </a:cubicBezTo>
                  <a:lnTo>
                    <a:pt x="131572" y="12700"/>
                  </a:lnTo>
                  <a:lnTo>
                    <a:pt x="131572" y="25400"/>
                  </a:lnTo>
                  <a:cubicBezTo>
                    <a:pt x="72898" y="25400"/>
                    <a:pt x="25400" y="72898"/>
                    <a:pt x="25400" y="131572"/>
                  </a:cubicBezTo>
                  <a:close/>
                </a:path>
              </a:pathLst>
            </a:custGeom>
            <a:solidFill>
              <a:srgbClr val="27C94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322195" y="1924431"/>
            <a:ext cx="13639038" cy="320802"/>
            <a:chOff x="0" y="0"/>
            <a:chExt cx="18185384" cy="4277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00" y="12700"/>
              <a:ext cx="18159985" cy="402336"/>
            </a:xfrm>
            <a:custGeom>
              <a:avLst/>
              <a:gdLst/>
              <a:ahLst/>
              <a:cxnLst/>
              <a:rect r="r" b="b" t="t" l="l"/>
              <a:pathLst>
                <a:path h="402336" w="18159985">
                  <a:moveTo>
                    <a:pt x="0" y="73152"/>
                  </a:moveTo>
                  <a:cubicBezTo>
                    <a:pt x="0" y="32766"/>
                    <a:pt x="34798" y="0"/>
                    <a:pt x="77724" y="0"/>
                  </a:cubicBezTo>
                  <a:lnTo>
                    <a:pt x="18082261" y="0"/>
                  </a:lnTo>
                  <a:cubicBezTo>
                    <a:pt x="18125187" y="0"/>
                    <a:pt x="18159985" y="32766"/>
                    <a:pt x="18159985" y="73152"/>
                  </a:cubicBezTo>
                  <a:lnTo>
                    <a:pt x="18159985" y="329184"/>
                  </a:lnTo>
                  <a:cubicBezTo>
                    <a:pt x="18159985" y="369570"/>
                    <a:pt x="18125187" y="402336"/>
                    <a:pt x="18082261" y="402336"/>
                  </a:cubicBezTo>
                  <a:lnTo>
                    <a:pt x="77724" y="402336"/>
                  </a:lnTo>
                  <a:cubicBezTo>
                    <a:pt x="34798" y="402336"/>
                    <a:pt x="0" y="369570"/>
                    <a:pt x="0" y="3291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185385" cy="427736"/>
            </a:xfrm>
            <a:custGeom>
              <a:avLst/>
              <a:gdLst/>
              <a:ahLst/>
              <a:cxnLst/>
              <a:rect r="r" b="b" t="t" l="l"/>
              <a:pathLst>
                <a:path h="427736" w="18185385">
                  <a:moveTo>
                    <a:pt x="0" y="85852"/>
                  </a:moveTo>
                  <a:cubicBezTo>
                    <a:pt x="0" y="37719"/>
                    <a:pt x="41148" y="0"/>
                    <a:pt x="90424" y="0"/>
                  </a:cubicBezTo>
                  <a:lnTo>
                    <a:pt x="18094961" y="0"/>
                  </a:lnTo>
                  <a:lnTo>
                    <a:pt x="18094961" y="12700"/>
                  </a:lnTo>
                  <a:lnTo>
                    <a:pt x="18094961" y="0"/>
                  </a:lnTo>
                  <a:cubicBezTo>
                    <a:pt x="18144110" y="0"/>
                    <a:pt x="18185385" y="37719"/>
                    <a:pt x="18185385" y="85852"/>
                  </a:cubicBezTo>
                  <a:lnTo>
                    <a:pt x="18172685" y="85852"/>
                  </a:lnTo>
                  <a:lnTo>
                    <a:pt x="18185385" y="85852"/>
                  </a:lnTo>
                  <a:lnTo>
                    <a:pt x="18185385" y="341884"/>
                  </a:lnTo>
                  <a:lnTo>
                    <a:pt x="18172685" y="341884"/>
                  </a:lnTo>
                  <a:lnTo>
                    <a:pt x="18185385" y="341884"/>
                  </a:lnTo>
                  <a:cubicBezTo>
                    <a:pt x="18185385" y="390017"/>
                    <a:pt x="18144237" y="427736"/>
                    <a:pt x="18094961" y="427736"/>
                  </a:cubicBezTo>
                  <a:lnTo>
                    <a:pt x="18094961" y="415036"/>
                  </a:lnTo>
                  <a:lnTo>
                    <a:pt x="18094961" y="427736"/>
                  </a:lnTo>
                  <a:lnTo>
                    <a:pt x="90424" y="427736"/>
                  </a:lnTo>
                  <a:lnTo>
                    <a:pt x="90424" y="415036"/>
                  </a:lnTo>
                  <a:lnTo>
                    <a:pt x="90424" y="427736"/>
                  </a:lnTo>
                  <a:cubicBezTo>
                    <a:pt x="41148" y="427736"/>
                    <a:pt x="0" y="390017"/>
                    <a:pt x="0" y="341884"/>
                  </a:cubicBezTo>
                  <a:lnTo>
                    <a:pt x="0" y="85852"/>
                  </a:lnTo>
                  <a:lnTo>
                    <a:pt x="12700" y="85852"/>
                  </a:lnTo>
                  <a:lnTo>
                    <a:pt x="0" y="85852"/>
                  </a:lnTo>
                  <a:moveTo>
                    <a:pt x="25400" y="85852"/>
                  </a:moveTo>
                  <a:lnTo>
                    <a:pt x="25400" y="341884"/>
                  </a:lnTo>
                  <a:lnTo>
                    <a:pt x="12700" y="341884"/>
                  </a:lnTo>
                  <a:lnTo>
                    <a:pt x="25400" y="341884"/>
                  </a:lnTo>
                  <a:cubicBezTo>
                    <a:pt x="25400" y="374523"/>
                    <a:pt x="53721" y="402336"/>
                    <a:pt x="90424" y="402336"/>
                  </a:cubicBezTo>
                  <a:lnTo>
                    <a:pt x="18094961" y="402336"/>
                  </a:lnTo>
                  <a:cubicBezTo>
                    <a:pt x="18131537" y="402336"/>
                    <a:pt x="18159985" y="374523"/>
                    <a:pt x="18159985" y="341884"/>
                  </a:cubicBezTo>
                  <a:lnTo>
                    <a:pt x="18159985" y="85852"/>
                  </a:lnTo>
                  <a:cubicBezTo>
                    <a:pt x="18159985" y="53213"/>
                    <a:pt x="18131664" y="25400"/>
                    <a:pt x="18094961" y="25400"/>
                  </a:cubicBezTo>
                  <a:lnTo>
                    <a:pt x="90424" y="25400"/>
                  </a:lnTo>
                  <a:lnTo>
                    <a:pt x="90424" y="12700"/>
                  </a:lnTo>
                  <a:lnTo>
                    <a:pt x="90424" y="25400"/>
                  </a:lnTo>
                  <a:cubicBezTo>
                    <a:pt x="53721" y="25400"/>
                    <a:pt x="25400" y="53213"/>
                    <a:pt x="25400" y="85852"/>
                  </a:cubicBezTo>
                  <a:close/>
                </a:path>
              </a:pathLst>
            </a:custGeom>
            <a:solidFill>
              <a:srgbClr val="E4DDF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331720" y="1933956"/>
            <a:ext cx="13619988" cy="301752"/>
            <a:chOff x="0" y="0"/>
            <a:chExt cx="18159984" cy="4023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159985" cy="402336"/>
            </a:xfrm>
            <a:custGeom>
              <a:avLst/>
              <a:gdLst/>
              <a:ahLst/>
              <a:cxnLst/>
              <a:rect r="r" b="b" t="t" l="l"/>
              <a:pathLst>
                <a:path h="402336" w="18159985">
                  <a:moveTo>
                    <a:pt x="0" y="0"/>
                  </a:moveTo>
                  <a:lnTo>
                    <a:pt x="18159985" y="0"/>
                  </a:lnTo>
                  <a:lnTo>
                    <a:pt x="18159985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9483" r="0" b="-82948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8159984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6B5B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🔒  mindlog.com.br/inicio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0595" y="2322195"/>
            <a:ext cx="3036570" cy="7357110"/>
            <a:chOff x="0" y="0"/>
            <a:chExt cx="4048760" cy="9809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2700" y="12700"/>
              <a:ext cx="4023360" cy="9784080"/>
            </a:xfrm>
            <a:custGeom>
              <a:avLst/>
              <a:gdLst/>
              <a:ahLst/>
              <a:cxnLst/>
              <a:rect r="r" b="b" t="t" l="l"/>
              <a:pathLst>
                <a:path h="97840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784080"/>
                  </a:lnTo>
                  <a:lnTo>
                    <a:pt x="0" y="9784080"/>
                  </a:lnTo>
                  <a:close/>
                </a:path>
              </a:pathLst>
            </a:custGeom>
            <a:solidFill>
              <a:srgbClr val="EFEAFB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048760" cy="9809480"/>
            </a:xfrm>
            <a:custGeom>
              <a:avLst/>
              <a:gdLst/>
              <a:ahLst/>
              <a:cxnLst/>
              <a:rect r="r" b="b" t="t" l="l"/>
              <a:pathLst>
                <a:path h="9809480" w="4048760">
                  <a:moveTo>
                    <a:pt x="12700" y="0"/>
                  </a:moveTo>
                  <a:lnTo>
                    <a:pt x="4036060" y="0"/>
                  </a:lnTo>
                  <a:cubicBezTo>
                    <a:pt x="4043045" y="0"/>
                    <a:pt x="4048760" y="5715"/>
                    <a:pt x="4048760" y="12700"/>
                  </a:cubicBezTo>
                  <a:lnTo>
                    <a:pt x="4048760" y="9796780"/>
                  </a:lnTo>
                  <a:cubicBezTo>
                    <a:pt x="4048760" y="9803765"/>
                    <a:pt x="4043045" y="9809480"/>
                    <a:pt x="4036060" y="9809480"/>
                  </a:cubicBezTo>
                  <a:lnTo>
                    <a:pt x="12700" y="9809480"/>
                  </a:lnTo>
                  <a:cubicBezTo>
                    <a:pt x="5715" y="9809480"/>
                    <a:pt x="0" y="9803765"/>
                    <a:pt x="0" y="97967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796780"/>
                  </a:lnTo>
                  <a:lnTo>
                    <a:pt x="12700" y="9796780"/>
                  </a:lnTo>
                  <a:lnTo>
                    <a:pt x="12700" y="9784080"/>
                  </a:lnTo>
                  <a:lnTo>
                    <a:pt x="4036060" y="9784080"/>
                  </a:lnTo>
                  <a:lnTo>
                    <a:pt x="4036060" y="9796780"/>
                  </a:lnTo>
                  <a:lnTo>
                    <a:pt x="4023360" y="9796780"/>
                  </a:lnTo>
                  <a:lnTo>
                    <a:pt x="4023360" y="12700"/>
                  </a:lnTo>
                  <a:lnTo>
                    <a:pt x="4036060" y="12700"/>
                  </a:lnTo>
                  <a:lnTo>
                    <a:pt x="40360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4DDF5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03020" y="2606040"/>
            <a:ext cx="480060" cy="480060"/>
            <a:chOff x="0" y="0"/>
            <a:chExt cx="640080" cy="640080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851660" y="2578608"/>
            <a:ext cx="2057400" cy="548640"/>
            <a:chOff x="0" y="0"/>
            <a:chExt cx="274320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743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5B3F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MindLog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56335" y="3488055"/>
            <a:ext cx="2625090" cy="512826"/>
            <a:chOff x="0" y="0"/>
            <a:chExt cx="3500120" cy="68376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2700" y="12700"/>
              <a:ext cx="3474720" cy="658368"/>
            </a:xfrm>
            <a:custGeom>
              <a:avLst/>
              <a:gdLst/>
              <a:ahLst/>
              <a:cxnLst/>
              <a:rect r="r" b="b" t="t" l="l"/>
              <a:pathLst>
                <a:path h="658368" w="3474720">
                  <a:moveTo>
                    <a:pt x="0" y="109728"/>
                  </a:moveTo>
                  <a:cubicBezTo>
                    <a:pt x="0" y="49149"/>
                    <a:pt x="50673" y="0"/>
                    <a:pt x="113157" y="0"/>
                  </a:cubicBezTo>
                  <a:lnTo>
                    <a:pt x="3361563" y="0"/>
                  </a:lnTo>
                  <a:cubicBezTo>
                    <a:pt x="3424047" y="0"/>
                    <a:pt x="3474720" y="49149"/>
                    <a:pt x="3474720" y="109728"/>
                  </a:cubicBezTo>
                  <a:lnTo>
                    <a:pt x="3474720" y="548640"/>
                  </a:lnTo>
                  <a:cubicBezTo>
                    <a:pt x="3474720" y="609219"/>
                    <a:pt x="3424047" y="658368"/>
                    <a:pt x="3361563" y="658368"/>
                  </a:cubicBezTo>
                  <a:lnTo>
                    <a:pt x="113157" y="658368"/>
                  </a:lnTo>
                  <a:cubicBezTo>
                    <a:pt x="50673" y="658368"/>
                    <a:pt x="0" y="609219"/>
                    <a:pt x="0" y="548640"/>
                  </a:cubicBezTo>
                  <a:close/>
                </a:path>
              </a:pathLst>
            </a:custGeom>
            <a:solidFill>
              <a:srgbClr val="5B3FD9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500120" cy="683768"/>
            </a:xfrm>
            <a:custGeom>
              <a:avLst/>
              <a:gdLst/>
              <a:ahLst/>
              <a:cxnLst/>
              <a:rect r="r" b="b" t="t" l="l"/>
              <a:pathLst>
                <a:path h="683768" w="3500120">
                  <a:moveTo>
                    <a:pt x="0" y="122428"/>
                  </a:moveTo>
                  <a:cubicBezTo>
                    <a:pt x="0" y="54483"/>
                    <a:pt x="56769" y="0"/>
                    <a:pt x="125857" y="0"/>
                  </a:cubicBezTo>
                  <a:lnTo>
                    <a:pt x="3374263" y="0"/>
                  </a:lnTo>
                  <a:lnTo>
                    <a:pt x="3374263" y="12700"/>
                  </a:lnTo>
                  <a:lnTo>
                    <a:pt x="3374263" y="0"/>
                  </a:lnTo>
                  <a:cubicBezTo>
                    <a:pt x="3443351" y="0"/>
                    <a:pt x="3500120" y="54483"/>
                    <a:pt x="3500120" y="122428"/>
                  </a:cubicBezTo>
                  <a:lnTo>
                    <a:pt x="3487420" y="122428"/>
                  </a:lnTo>
                  <a:lnTo>
                    <a:pt x="3500120" y="122428"/>
                  </a:lnTo>
                  <a:lnTo>
                    <a:pt x="3500120" y="561340"/>
                  </a:lnTo>
                  <a:lnTo>
                    <a:pt x="3487420" y="561340"/>
                  </a:lnTo>
                  <a:lnTo>
                    <a:pt x="3500120" y="561340"/>
                  </a:lnTo>
                  <a:cubicBezTo>
                    <a:pt x="3500120" y="629285"/>
                    <a:pt x="3443351" y="683768"/>
                    <a:pt x="3374263" y="683768"/>
                  </a:cubicBezTo>
                  <a:lnTo>
                    <a:pt x="3374263" y="671068"/>
                  </a:lnTo>
                  <a:lnTo>
                    <a:pt x="3374263" y="683768"/>
                  </a:lnTo>
                  <a:lnTo>
                    <a:pt x="125857" y="683768"/>
                  </a:lnTo>
                  <a:lnTo>
                    <a:pt x="125857" y="671068"/>
                  </a:lnTo>
                  <a:lnTo>
                    <a:pt x="125857" y="683768"/>
                  </a:lnTo>
                  <a:cubicBezTo>
                    <a:pt x="56769" y="683768"/>
                    <a:pt x="0" y="629285"/>
                    <a:pt x="0" y="561340"/>
                  </a:cubicBezTo>
                  <a:lnTo>
                    <a:pt x="0" y="122428"/>
                  </a:lnTo>
                  <a:lnTo>
                    <a:pt x="12700" y="122428"/>
                  </a:lnTo>
                  <a:lnTo>
                    <a:pt x="0" y="122428"/>
                  </a:lnTo>
                  <a:moveTo>
                    <a:pt x="25400" y="122428"/>
                  </a:moveTo>
                  <a:lnTo>
                    <a:pt x="25400" y="561340"/>
                  </a:lnTo>
                  <a:lnTo>
                    <a:pt x="12700" y="561340"/>
                  </a:lnTo>
                  <a:lnTo>
                    <a:pt x="25400" y="561340"/>
                  </a:lnTo>
                  <a:cubicBezTo>
                    <a:pt x="25400" y="614553"/>
                    <a:pt x="69977" y="658368"/>
                    <a:pt x="125857" y="658368"/>
                  </a:cubicBezTo>
                  <a:lnTo>
                    <a:pt x="3374263" y="658368"/>
                  </a:lnTo>
                  <a:cubicBezTo>
                    <a:pt x="3430143" y="658368"/>
                    <a:pt x="3474720" y="614553"/>
                    <a:pt x="3474720" y="561340"/>
                  </a:cubicBezTo>
                  <a:lnTo>
                    <a:pt x="3474720" y="122428"/>
                  </a:lnTo>
                  <a:cubicBezTo>
                    <a:pt x="3474720" y="69215"/>
                    <a:pt x="3430143" y="25400"/>
                    <a:pt x="3374263" y="25400"/>
                  </a:cubicBezTo>
                  <a:lnTo>
                    <a:pt x="125857" y="25400"/>
                  </a:lnTo>
                  <a:lnTo>
                    <a:pt x="125857" y="12700"/>
                  </a:lnTo>
                  <a:lnTo>
                    <a:pt x="125857" y="25400"/>
                  </a:lnTo>
                  <a:cubicBezTo>
                    <a:pt x="69977" y="25400"/>
                    <a:pt x="25400" y="69215"/>
                    <a:pt x="25400" y="122428"/>
                  </a:cubicBezTo>
                  <a:close/>
                </a:path>
              </a:pathLst>
            </a:custGeom>
            <a:solidFill>
              <a:srgbClr val="5B3FD9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508760" y="3497580"/>
            <a:ext cx="2263140" cy="493776"/>
            <a:chOff x="0" y="0"/>
            <a:chExt cx="3017520" cy="65836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017520" cy="658368"/>
            </a:xfrm>
            <a:custGeom>
              <a:avLst/>
              <a:gdLst/>
              <a:ahLst/>
              <a:cxnLst/>
              <a:rect r="r" b="b" t="t" l="l"/>
              <a:pathLst>
                <a:path h="658368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30175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Início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508760" y="4073652"/>
            <a:ext cx="2263140" cy="493776"/>
            <a:chOff x="0" y="0"/>
            <a:chExt cx="3017520" cy="65836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017520" cy="658368"/>
            </a:xfrm>
            <a:custGeom>
              <a:avLst/>
              <a:gdLst/>
              <a:ahLst/>
              <a:cxnLst/>
              <a:rect r="r" b="b" t="t" l="l"/>
              <a:pathLst>
                <a:path h="658368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30175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F2E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Check-in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508760" y="4649724"/>
            <a:ext cx="2263140" cy="493776"/>
            <a:chOff x="0" y="0"/>
            <a:chExt cx="3017520" cy="65836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017520" cy="658368"/>
            </a:xfrm>
            <a:custGeom>
              <a:avLst/>
              <a:gdLst/>
              <a:ahLst/>
              <a:cxnLst/>
              <a:rect r="r" b="b" t="t" l="l"/>
              <a:pathLst>
                <a:path h="658368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30175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F2E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Diário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508760" y="5225796"/>
            <a:ext cx="2263140" cy="493776"/>
            <a:chOff x="0" y="0"/>
            <a:chExt cx="3017520" cy="65836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017520" cy="658368"/>
            </a:xfrm>
            <a:custGeom>
              <a:avLst/>
              <a:gdLst/>
              <a:ahLst/>
              <a:cxnLst/>
              <a:rect r="r" b="b" t="t" l="l"/>
              <a:pathLst>
                <a:path h="658368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30175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F2E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Comunidade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508760" y="5801868"/>
            <a:ext cx="2263140" cy="493776"/>
            <a:chOff x="0" y="0"/>
            <a:chExt cx="3017520" cy="65836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017520" cy="658368"/>
            </a:xfrm>
            <a:custGeom>
              <a:avLst/>
              <a:gdLst/>
              <a:ahLst/>
              <a:cxnLst/>
              <a:rect r="r" b="b" t="t" l="l"/>
              <a:pathLst>
                <a:path h="658368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30175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F2E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IA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508760" y="6377940"/>
            <a:ext cx="2263140" cy="493776"/>
            <a:chOff x="0" y="0"/>
            <a:chExt cx="3017520" cy="65836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017520" cy="658368"/>
            </a:xfrm>
            <a:custGeom>
              <a:avLst/>
              <a:gdLst/>
              <a:ahLst/>
              <a:cxnLst/>
              <a:rect r="r" b="b" t="t" l="l"/>
              <a:pathLst>
                <a:path h="658368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30175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F2E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Insights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508760" y="6954012"/>
            <a:ext cx="2263140" cy="493776"/>
            <a:chOff x="0" y="0"/>
            <a:chExt cx="3017520" cy="65836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017520" cy="658368"/>
            </a:xfrm>
            <a:custGeom>
              <a:avLst/>
              <a:gdLst/>
              <a:ahLst/>
              <a:cxnLst/>
              <a:rect r="r" b="b" t="t" l="l"/>
              <a:pathLst>
                <a:path h="658368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30175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F2E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Exercícios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508760" y="7530084"/>
            <a:ext cx="2263140" cy="493776"/>
            <a:chOff x="0" y="0"/>
            <a:chExt cx="3017520" cy="65836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017520" cy="658368"/>
            </a:xfrm>
            <a:custGeom>
              <a:avLst/>
              <a:gdLst/>
              <a:ahLst/>
              <a:cxnLst/>
              <a:rect r="r" b="b" t="t" l="l"/>
              <a:pathLst>
                <a:path h="658368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30175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F2E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Suporte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508760" y="8106156"/>
            <a:ext cx="2263140" cy="493776"/>
            <a:chOff x="0" y="0"/>
            <a:chExt cx="3017520" cy="65836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017520" cy="658368"/>
            </a:xfrm>
            <a:custGeom>
              <a:avLst/>
              <a:gdLst/>
              <a:ahLst/>
              <a:cxnLst/>
              <a:rect r="r" b="b" t="t" l="l"/>
              <a:pathLst>
                <a:path h="658368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30175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F2E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Perfil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224915" y="8700135"/>
            <a:ext cx="2487930" cy="19050"/>
            <a:chOff x="0" y="0"/>
            <a:chExt cx="3317240" cy="254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2700" y="0"/>
              <a:ext cx="3291840" cy="25400"/>
            </a:xfrm>
            <a:custGeom>
              <a:avLst/>
              <a:gdLst/>
              <a:ahLst/>
              <a:cxnLst/>
              <a:rect r="r" b="b" t="t" l="l"/>
              <a:pathLst>
                <a:path h="254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4DDF5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508760" y="8915400"/>
            <a:ext cx="2263140" cy="493776"/>
            <a:chOff x="0" y="0"/>
            <a:chExt cx="3017520" cy="65836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017520" cy="658368"/>
            </a:xfrm>
            <a:custGeom>
              <a:avLst/>
              <a:gdLst/>
              <a:ahLst/>
              <a:cxnLst/>
              <a:rect r="r" b="b" t="t" l="l"/>
              <a:pathLst>
                <a:path h="658368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30175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B91C1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Sair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4389120" y="2537460"/>
            <a:ext cx="6858000" cy="685800"/>
            <a:chOff x="0" y="0"/>
            <a:chExt cx="9144000" cy="9144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1440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66675"/>
              <a:ext cx="91440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F11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Olá, Marina 👋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4389120" y="3154680"/>
            <a:ext cx="6858000" cy="411480"/>
            <a:chOff x="0" y="0"/>
            <a:chExt cx="9144000" cy="5486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91440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 spc="-10">
                  <a:solidFill>
                    <a:srgbClr val="6B5BA0"/>
                  </a:solidFill>
                  <a:latin typeface="TT Rounds Condensed Italics"/>
                  <a:ea typeface="TT Rounds Condensed Italics"/>
                  <a:cs typeface="TT Rounds Condensed Italics"/>
                  <a:sym typeface="TT Rounds Condensed Italics"/>
                </a:rPr>
                <a:t>Domingo, 03 de Maio de 2026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6353663" y="2596515"/>
            <a:ext cx="636270" cy="636270"/>
            <a:chOff x="0" y="0"/>
            <a:chExt cx="848360" cy="84836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12700" y="1270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DDD4F7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48360" cy="848360"/>
            </a:xfrm>
            <a:custGeom>
              <a:avLst/>
              <a:gdLst/>
              <a:ahLst/>
              <a:cxnLst/>
              <a:rect r="r" b="b" t="t" l="l"/>
              <a:pathLst>
                <a:path h="848360" w="848360">
                  <a:moveTo>
                    <a:pt x="0" y="424180"/>
                  </a:moveTo>
                  <a:cubicBezTo>
                    <a:pt x="0" y="189865"/>
                    <a:pt x="189865" y="0"/>
                    <a:pt x="424180" y="0"/>
                  </a:cubicBezTo>
                  <a:lnTo>
                    <a:pt x="424180" y="12700"/>
                  </a:lnTo>
                  <a:lnTo>
                    <a:pt x="424180" y="0"/>
                  </a:lnTo>
                  <a:cubicBezTo>
                    <a:pt x="658495" y="0"/>
                    <a:pt x="848360" y="189865"/>
                    <a:pt x="848360" y="424180"/>
                  </a:cubicBezTo>
                  <a:cubicBezTo>
                    <a:pt x="848360" y="658495"/>
                    <a:pt x="658495" y="848360"/>
                    <a:pt x="424180" y="848360"/>
                  </a:cubicBezTo>
                  <a:lnTo>
                    <a:pt x="424180" y="835660"/>
                  </a:lnTo>
                  <a:lnTo>
                    <a:pt x="424180" y="848360"/>
                  </a:lnTo>
                  <a:cubicBezTo>
                    <a:pt x="189865" y="848360"/>
                    <a:pt x="0" y="658495"/>
                    <a:pt x="0" y="424180"/>
                  </a:cubicBezTo>
                  <a:lnTo>
                    <a:pt x="12700" y="424180"/>
                  </a:lnTo>
                  <a:lnTo>
                    <a:pt x="23495" y="430911"/>
                  </a:lnTo>
                  <a:cubicBezTo>
                    <a:pt x="20447" y="435737"/>
                    <a:pt x="14732" y="437896"/>
                    <a:pt x="9271" y="436372"/>
                  </a:cubicBezTo>
                  <a:cubicBezTo>
                    <a:pt x="3810" y="434848"/>
                    <a:pt x="0" y="429895"/>
                    <a:pt x="0" y="424180"/>
                  </a:cubicBezTo>
                  <a:moveTo>
                    <a:pt x="25400" y="424180"/>
                  </a:moveTo>
                  <a:lnTo>
                    <a:pt x="12700" y="424180"/>
                  </a:lnTo>
                  <a:lnTo>
                    <a:pt x="1905" y="417449"/>
                  </a:lnTo>
                  <a:cubicBezTo>
                    <a:pt x="4953" y="412623"/>
                    <a:pt x="10668" y="410464"/>
                    <a:pt x="16129" y="411988"/>
                  </a:cubicBezTo>
                  <a:cubicBezTo>
                    <a:pt x="21590" y="413512"/>
                    <a:pt x="25273" y="418592"/>
                    <a:pt x="25273" y="424180"/>
                  </a:cubicBezTo>
                  <a:cubicBezTo>
                    <a:pt x="25400" y="644398"/>
                    <a:pt x="203962" y="822960"/>
                    <a:pt x="424180" y="822960"/>
                  </a:cubicBezTo>
                  <a:cubicBezTo>
                    <a:pt x="644398" y="822960"/>
                    <a:pt x="822960" y="644398"/>
                    <a:pt x="822960" y="424180"/>
                  </a:cubicBezTo>
                  <a:lnTo>
                    <a:pt x="835660" y="424180"/>
                  </a:lnTo>
                  <a:lnTo>
                    <a:pt x="822960" y="424180"/>
                  </a:lnTo>
                  <a:cubicBezTo>
                    <a:pt x="822960" y="203962"/>
                    <a:pt x="644398" y="25400"/>
                    <a:pt x="424180" y="25400"/>
                  </a:cubicBezTo>
                  <a:lnTo>
                    <a:pt x="424180" y="12700"/>
                  </a:lnTo>
                  <a:lnTo>
                    <a:pt x="424180" y="25400"/>
                  </a:lnTo>
                  <a:cubicBezTo>
                    <a:pt x="203962" y="25400"/>
                    <a:pt x="25400" y="203962"/>
                    <a:pt x="25400" y="424180"/>
                  </a:cubicBezTo>
                  <a:close/>
                </a:path>
              </a:pathLst>
            </a:custGeom>
            <a:solidFill>
              <a:srgbClr val="DDD4F7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6500348" y="2702052"/>
            <a:ext cx="370332" cy="425196"/>
            <a:chOff x="0" y="0"/>
            <a:chExt cx="493776" cy="566928"/>
          </a:xfrm>
        </p:grpSpPr>
        <p:sp>
          <p:nvSpPr>
            <p:cNvPr name="Freeform 79" id="79" descr="preencoded.png"/>
            <p:cNvSpPr/>
            <p:nvPr/>
          </p:nvSpPr>
          <p:spPr>
            <a:xfrm flipH="false" flipV="false" rot="0">
              <a:off x="0" y="0"/>
              <a:ext cx="493776" cy="566928"/>
            </a:xfrm>
            <a:custGeom>
              <a:avLst/>
              <a:gdLst/>
              <a:ahLst/>
              <a:cxnLst/>
              <a:rect r="r" b="b" t="t" l="l"/>
              <a:pathLst>
                <a:path h="566928" w="493776">
                  <a:moveTo>
                    <a:pt x="0" y="0"/>
                  </a:moveTo>
                  <a:lnTo>
                    <a:pt x="493776" y="0"/>
                  </a:lnTo>
                  <a:lnTo>
                    <a:pt x="493776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407" t="0" r="-7407" b="0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4379595" y="3693795"/>
            <a:ext cx="12541758" cy="1184910"/>
            <a:chOff x="0" y="0"/>
            <a:chExt cx="16722344" cy="15798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2700" y="12700"/>
              <a:ext cx="16696945" cy="1554480"/>
            </a:xfrm>
            <a:custGeom>
              <a:avLst/>
              <a:gdLst/>
              <a:ahLst/>
              <a:cxnLst/>
              <a:rect r="r" b="b" t="t" l="l"/>
              <a:pathLst>
                <a:path h="1554480" w="16696945">
                  <a:moveTo>
                    <a:pt x="0" y="219456"/>
                  </a:moveTo>
                  <a:cubicBezTo>
                    <a:pt x="0" y="98298"/>
                    <a:pt x="99695" y="0"/>
                    <a:pt x="222758" y="0"/>
                  </a:cubicBezTo>
                  <a:lnTo>
                    <a:pt x="16474187" y="0"/>
                  </a:lnTo>
                  <a:cubicBezTo>
                    <a:pt x="16597123" y="0"/>
                    <a:pt x="16696945" y="98298"/>
                    <a:pt x="16696945" y="219456"/>
                  </a:cubicBezTo>
                  <a:lnTo>
                    <a:pt x="16696945" y="1335024"/>
                  </a:lnTo>
                  <a:cubicBezTo>
                    <a:pt x="16696945" y="1456182"/>
                    <a:pt x="16597250" y="1554480"/>
                    <a:pt x="16474187" y="1554480"/>
                  </a:cubicBezTo>
                  <a:lnTo>
                    <a:pt x="222758" y="1554480"/>
                  </a:lnTo>
                  <a:cubicBezTo>
                    <a:pt x="99695" y="1554480"/>
                    <a:pt x="0" y="1456182"/>
                    <a:pt x="0" y="1335024"/>
                  </a:cubicBezTo>
                  <a:close/>
                </a:path>
              </a:pathLst>
            </a:custGeom>
            <a:solidFill>
              <a:srgbClr val="5B3FD9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6722345" cy="1579880"/>
            </a:xfrm>
            <a:custGeom>
              <a:avLst/>
              <a:gdLst/>
              <a:ahLst/>
              <a:cxnLst/>
              <a:rect r="r" b="b" t="t" l="l"/>
              <a:pathLst>
                <a:path h="1579880" w="16722345">
                  <a:moveTo>
                    <a:pt x="0" y="232156"/>
                  </a:moveTo>
                  <a:cubicBezTo>
                    <a:pt x="0" y="103759"/>
                    <a:pt x="105537" y="0"/>
                    <a:pt x="235458" y="0"/>
                  </a:cubicBezTo>
                  <a:lnTo>
                    <a:pt x="16486887" y="0"/>
                  </a:lnTo>
                  <a:lnTo>
                    <a:pt x="16486887" y="12700"/>
                  </a:lnTo>
                  <a:lnTo>
                    <a:pt x="16486887" y="0"/>
                  </a:lnTo>
                  <a:cubicBezTo>
                    <a:pt x="16616680" y="0"/>
                    <a:pt x="16722345" y="103759"/>
                    <a:pt x="16722345" y="232156"/>
                  </a:cubicBezTo>
                  <a:lnTo>
                    <a:pt x="16709645" y="232156"/>
                  </a:lnTo>
                  <a:lnTo>
                    <a:pt x="16722345" y="232156"/>
                  </a:lnTo>
                  <a:lnTo>
                    <a:pt x="16722345" y="1347724"/>
                  </a:lnTo>
                  <a:lnTo>
                    <a:pt x="16709645" y="1347724"/>
                  </a:lnTo>
                  <a:lnTo>
                    <a:pt x="16722345" y="1347724"/>
                  </a:lnTo>
                  <a:cubicBezTo>
                    <a:pt x="16722345" y="1476121"/>
                    <a:pt x="16616807" y="1579880"/>
                    <a:pt x="16486887" y="1579880"/>
                  </a:cubicBezTo>
                  <a:lnTo>
                    <a:pt x="16486887" y="1567180"/>
                  </a:lnTo>
                  <a:lnTo>
                    <a:pt x="16486887" y="1579880"/>
                  </a:lnTo>
                  <a:lnTo>
                    <a:pt x="235458" y="1579880"/>
                  </a:lnTo>
                  <a:lnTo>
                    <a:pt x="235458" y="1567180"/>
                  </a:lnTo>
                  <a:lnTo>
                    <a:pt x="235458" y="1579880"/>
                  </a:lnTo>
                  <a:cubicBezTo>
                    <a:pt x="105537" y="1579880"/>
                    <a:pt x="0" y="1476121"/>
                    <a:pt x="0" y="1347724"/>
                  </a:cubicBezTo>
                  <a:lnTo>
                    <a:pt x="0" y="232156"/>
                  </a:lnTo>
                  <a:lnTo>
                    <a:pt x="12700" y="232156"/>
                  </a:lnTo>
                  <a:lnTo>
                    <a:pt x="0" y="232156"/>
                  </a:lnTo>
                  <a:moveTo>
                    <a:pt x="25400" y="232156"/>
                  </a:moveTo>
                  <a:lnTo>
                    <a:pt x="25400" y="1347724"/>
                  </a:lnTo>
                  <a:lnTo>
                    <a:pt x="12700" y="1347724"/>
                  </a:lnTo>
                  <a:lnTo>
                    <a:pt x="25400" y="1347724"/>
                  </a:lnTo>
                  <a:cubicBezTo>
                    <a:pt x="25400" y="1461770"/>
                    <a:pt x="119253" y="1554480"/>
                    <a:pt x="235458" y="1554480"/>
                  </a:cubicBezTo>
                  <a:lnTo>
                    <a:pt x="16486887" y="1554480"/>
                  </a:lnTo>
                  <a:cubicBezTo>
                    <a:pt x="16603092" y="1554480"/>
                    <a:pt x="16696945" y="1461770"/>
                    <a:pt x="16696945" y="1347724"/>
                  </a:cubicBezTo>
                  <a:lnTo>
                    <a:pt x="16696945" y="232156"/>
                  </a:lnTo>
                  <a:cubicBezTo>
                    <a:pt x="16696945" y="118110"/>
                    <a:pt x="16603092" y="25400"/>
                    <a:pt x="16486887" y="25400"/>
                  </a:cubicBezTo>
                  <a:lnTo>
                    <a:pt x="235458" y="25400"/>
                  </a:lnTo>
                  <a:lnTo>
                    <a:pt x="235458" y="12700"/>
                  </a:lnTo>
                  <a:lnTo>
                    <a:pt x="235458" y="25400"/>
                  </a:lnTo>
                  <a:cubicBezTo>
                    <a:pt x="119253" y="25400"/>
                    <a:pt x="25400" y="118110"/>
                    <a:pt x="25400" y="232156"/>
                  </a:cubicBezTo>
                  <a:close/>
                </a:path>
              </a:pathLst>
            </a:custGeom>
            <a:solidFill>
              <a:srgbClr val="5B3FD9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4800600" y="3840480"/>
            <a:ext cx="9779508" cy="480060"/>
            <a:chOff x="0" y="0"/>
            <a:chExt cx="13039344" cy="6400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3039344" cy="640080"/>
            </a:xfrm>
            <a:custGeom>
              <a:avLst/>
              <a:gdLst/>
              <a:ahLst/>
              <a:cxnLst/>
              <a:rect r="r" b="b" t="t" l="l"/>
              <a:pathLst>
                <a:path h="640080" w="13039344">
                  <a:moveTo>
                    <a:pt x="0" y="0"/>
                  </a:moveTo>
                  <a:lnTo>
                    <a:pt x="13039344" y="0"/>
                  </a:lnTo>
                  <a:lnTo>
                    <a:pt x="1303934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938" r="0" b="-346938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13039344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Você tem 5 dias seguidos de check-in! 🔥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4800600" y="4320540"/>
            <a:ext cx="9779508" cy="480060"/>
            <a:chOff x="0" y="0"/>
            <a:chExt cx="13039344" cy="64008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3039344" cy="640080"/>
            </a:xfrm>
            <a:custGeom>
              <a:avLst/>
              <a:gdLst/>
              <a:ahLst/>
              <a:cxnLst/>
              <a:rect r="r" b="b" t="t" l="l"/>
              <a:pathLst>
                <a:path h="640080" w="13039344">
                  <a:moveTo>
                    <a:pt x="0" y="0"/>
                  </a:moveTo>
                  <a:lnTo>
                    <a:pt x="13039344" y="0"/>
                  </a:lnTo>
                  <a:lnTo>
                    <a:pt x="1303934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938" r="0" b="-346938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13039344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 spc="-10">
                  <a:solidFill>
                    <a:srgbClr val="DDD4F7"/>
                  </a:solidFill>
                  <a:latin typeface="TT Rounds Condensed Italics"/>
                  <a:ea typeface="TT Rounds Condensed Italics"/>
                  <a:cs typeface="TT Rounds Condensed Italics"/>
                  <a:sym typeface="TT Rounds Condensed Italics"/>
                </a:rPr>
                <a:t>Continue assim — pequenos passos viram grandes mudanças.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4707743" y="3940683"/>
            <a:ext cx="1939290" cy="691134"/>
            <a:chOff x="0" y="0"/>
            <a:chExt cx="2585720" cy="92151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2700" y="12700"/>
              <a:ext cx="2560320" cy="896112"/>
            </a:xfrm>
            <a:custGeom>
              <a:avLst/>
              <a:gdLst/>
              <a:ahLst/>
              <a:cxnLst/>
              <a:rect r="r" b="b" t="t" l="l"/>
              <a:pathLst>
                <a:path h="896112" w="2560320">
                  <a:moveTo>
                    <a:pt x="0" y="146304"/>
                  </a:moveTo>
                  <a:cubicBezTo>
                    <a:pt x="0" y="65532"/>
                    <a:pt x="66675" y="0"/>
                    <a:pt x="148971" y="0"/>
                  </a:cubicBezTo>
                  <a:lnTo>
                    <a:pt x="2411349" y="0"/>
                  </a:lnTo>
                  <a:cubicBezTo>
                    <a:pt x="2493645" y="0"/>
                    <a:pt x="2560320" y="65532"/>
                    <a:pt x="2560320" y="146304"/>
                  </a:cubicBezTo>
                  <a:lnTo>
                    <a:pt x="2560320" y="749808"/>
                  </a:lnTo>
                  <a:cubicBezTo>
                    <a:pt x="2560320" y="830580"/>
                    <a:pt x="2493645" y="896112"/>
                    <a:pt x="2411349" y="896112"/>
                  </a:cubicBezTo>
                  <a:lnTo>
                    <a:pt x="148971" y="896112"/>
                  </a:lnTo>
                  <a:cubicBezTo>
                    <a:pt x="66675" y="896112"/>
                    <a:pt x="0" y="830580"/>
                    <a:pt x="0" y="749808"/>
                  </a:cubicBezTo>
                  <a:close/>
                </a:path>
              </a:pathLst>
            </a:custGeom>
            <a:solidFill>
              <a:srgbClr val="3B238F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585720" cy="921512"/>
            </a:xfrm>
            <a:custGeom>
              <a:avLst/>
              <a:gdLst/>
              <a:ahLst/>
              <a:cxnLst/>
              <a:rect r="r" b="b" t="t" l="l"/>
              <a:pathLst>
                <a:path h="921512" w="2585720">
                  <a:moveTo>
                    <a:pt x="0" y="159004"/>
                  </a:moveTo>
                  <a:cubicBezTo>
                    <a:pt x="0" y="70993"/>
                    <a:pt x="72644" y="0"/>
                    <a:pt x="161671" y="0"/>
                  </a:cubicBezTo>
                  <a:lnTo>
                    <a:pt x="2424049" y="0"/>
                  </a:lnTo>
                  <a:lnTo>
                    <a:pt x="2424049" y="12700"/>
                  </a:lnTo>
                  <a:lnTo>
                    <a:pt x="2424049" y="0"/>
                  </a:lnTo>
                  <a:cubicBezTo>
                    <a:pt x="2513076" y="0"/>
                    <a:pt x="2585720" y="70993"/>
                    <a:pt x="2585720" y="159004"/>
                  </a:cubicBezTo>
                  <a:lnTo>
                    <a:pt x="2573020" y="159004"/>
                  </a:lnTo>
                  <a:lnTo>
                    <a:pt x="2585720" y="159004"/>
                  </a:lnTo>
                  <a:lnTo>
                    <a:pt x="2585720" y="762508"/>
                  </a:lnTo>
                  <a:lnTo>
                    <a:pt x="2573020" y="762508"/>
                  </a:lnTo>
                  <a:lnTo>
                    <a:pt x="2585720" y="762508"/>
                  </a:lnTo>
                  <a:cubicBezTo>
                    <a:pt x="2585720" y="850519"/>
                    <a:pt x="2513076" y="921512"/>
                    <a:pt x="2424049" y="921512"/>
                  </a:cubicBezTo>
                  <a:lnTo>
                    <a:pt x="2424049" y="908812"/>
                  </a:lnTo>
                  <a:lnTo>
                    <a:pt x="2424049" y="921512"/>
                  </a:lnTo>
                  <a:lnTo>
                    <a:pt x="161671" y="921512"/>
                  </a:lnTo>
                  <a:lnTo>
                    <a:pt x="161671" y="908812"/>
                  </a:lnTo>
                  <a:lnTo>
                    <a:pt x="161671" y="921512"/>
                  </a:lnTo>
                  <a:cubicBezTo>
                    <a:pt x="72644" y="921512"/>
                    <a:pt x="0" y="850519"/>
                    <a:pt x="0" y="762508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762508"/>
                  </a:lnTo>
                  <a:lnTo>
                    <a:pt x="12700" y="762508"/>
                  </a:lnTo>
                  <a:lnTo>
                    <a:pt x="25400" y="762508"/>
                  </a:lnTo>
                  <a:cubicBezTo>
                    <a:pt x="25400" y="836041"/>
                    <a:pt x="86233" y="896112"/>
                    <a:pt x="161671" y="896112"/>
                  </a:cubicBezTo>
                  <a:lnTo>
                    <a:pt x="2424049" y="896112"/>
                  </a:lnTo>
                  <a:cubicBezTo>
                    <a:pt x="2499487" y="896112"/>
                    <a:pt x="2560320" y="836041"/>
                    <a:pt x="2560320" y="762508"/>
                  </a:cubicBezTo>
                  <a:lnTo>
                    <a:pt x="2560320" y="159004"/>
                  </a:lnTo>
                  <a:cubicBezTo>
                    <a:pt x="2560320" y="85471"/>
                    <a:pt x="2499487" y="25400"/>
                    <a:pt x="2424049" y="25400"/>
                  </a:cubicBezTo>
                  <a:lnTo>
                    <a:pt x="161671" y="25400"/>
                  </a:lnTo>
                  <a:lnTo>
                    <a:pt x="161671" y="12700"/>
                  </a:lnTo>
                  <a:lnTo>
                    <a:pt x="161671" y="25400"/>
                  </a:lnTo>
                  <a:cubicBezTo>
                    <a:pt x="86233" y="25400"/>
                    <a:pt x="25400" y="85471"/>
                    <a:pt x="25400" y="159004"/>
                  </a:cubicBezTo>
                  <a:close/>
                </a:path>
              </a:pathLst>
            </a:custGeom>
            <a:solidFill>
              <a:srgbClr val="3B238F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4856640" y="4059936"/>
            <a:ext cx="384048" cy="438912"/>
            <a:chOff x="0" y="0"/>
            <a:chExt cx="512064" cy="585216"/>
          </a:xfrm>
        </p:grpSpPr>
        <p:sp>
          <p:nvSpPr>
            <p:cNvPr name="Freeform 93" id="93" descr="preencoded.png"/>
            <p:cNvSpPr/>
            <p:nvPr/>
          </p:nvSpPr>
          <p:spPr>
            <a:xfrm flipH="false" flipV="false" rot="0">
              <a:off x="0" y="0"/>
              <a:ext cx="512064" cy="585216"/>
            </a:xfrm>
            <a:custGeom>
              <a:avLst/>
              <a:gdLst/>
              <a:ahLst/>
              <a:cxnLst/>
              <a:rect r="r" b="b" t="t" l="l"/>
              <a:pathLst>
                <a:path h="585216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142" t="0" r="-7142" b="0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5334488" y="4087368"/>
            <a:ext cx="1303020" cy="411480"/>
            <a:chOff x="0" y="0"/>
            <a:chExt cx="1737360" cy="54864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737360" cy="548640"/>
            </a:xfrm>
            <a:custGeom>
              <a:avLst/>
              <a:gdLst/>
              <a:ahLst/>
              <a:cxnLst/>
              <a:rect r="r" b="b" t="t" l="l"/>
              <a:pathLst>
                <a:path h="548640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2" r="0" b="-11702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47625"/>
              <a:ext cx="173736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 dias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4379595" y="5133975"/>
            <a:ext cx="2841117" cy="1527810"/>
            <a:chOff x="0" y="0"/>
            <a:chExt cx="3788156" cy="203708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12700" y="12700"/>
              <a:ext cx="3762756" cy="2011680"/>
            </a:xfrm>
            <a:custGeom>
              <a:avLst/>
              <a:gdLst/>
              <a:ahLst/>
              <a:cxnLst/>
              <a:rect r="r" b="b" t="t" l="l"/>
              <a:pathLst>
                <a:path h="2011680" w="3762756">
                  <a:moveTo>
                    <a:pt x="0" y="182880"/>
                  </a:moveTo>
                  <a:cubicBezTo>
                    <a:pt x="0" y="81915"/>
                    <a:pt x="82296" y="0"/>
                    <a:pt x="183896" y="0"/>
                  </a:cubicBezTo>
                  <a:lnTo>
                    <a:pt x="3578860" y="0"/>
                  </a:lnTo>
                  <a:cubicBezTo>
                    <a:pt x="3680460" y="0"/>
                    <a:pt x="3762756" y="81915"/>
                    <a:pt x="3762756" y="182880"/>
                  </a:cubicBezTo>
                  <a:lnTo>
                    <a:pt x="3762756" y="1828800"/>
                  </a:lnTo>
                  <a:cubicBezTo>
                    <a:pt x="3762756" y="1929765"/>
                    <a:pt x="3680460" y="2011680"/>
                    <a:pt x="3578860" y="2011680"/>
                  </a:cubicBezTo>
                  <a:lnTo>
                    <a:pt x="183896" y="2011680"/>
                  </a:lnTo>
                  <a:cubicBezTo>
                    <a:pt x="82296" y="2011680"/>
                    <a:pt x="0" y="1929765"/>
                    <a:pt x="0" y="1828800"/>
                  </a:cubicBezTo>
                  <a:close/>
                </a:path>
              </a:pathLst>
            </a:custGeom>
            <a:solidFill>
              <a:srgbClr val="EEEAFB"/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3788156" cy="2037080"/>
            </a:xfrm>
            <a:custGeom>
              <a:avLst/>
              <a:gdLst/>
              <a:ahLst/>
              <a:cxnLst/>
              <a:rect r="r" b="b" t="t" l="l"/>
              <a:pathLst>
                <a:path h="2037080" w="3788156">
                  <a:moveTo>
                    <a:pt x="0" y="195580"/>
                  </a:moveTo>
                  <a:cubicBezTo>
                    <a:pt x="0" y="87503"/>
                    <a:pt x="88138" y="0"/>
                    <a:pt x="196596" y="0"/>
                  </a:cubicBezTo>
                  <a:lnTo>
                    <a:pt x="3591560" y="0"/>
                  </a:lnTo>
                  <a:lnTo>
                    <a:pt x="3591560" y="12700"/>
                  </a:lnTo>
                  <a:lnTo>
                    <a:pt x="3591560" y="0"/>
                  </a:lnTo>
                  <a:cubicBezTo>
                    <a:pt x="3700145" y="0"/>
                    <a:pt x="3788156" y="87503"/>
                    <a:pt x="3788156" y="195580"/>
                  </a:cubicBezTo>
                  <a:lnTo>
                    <a:pt x="3775456" y="195580"/>
                  </a:lnTo>
                  <a:lnTo>
                    <a:pt x="3788156" y="195580"/>
                  </a:lnTo>
                  <a:lnTo>
                    <a:pt x="3788156" y="1841500"/>
                  </a:lnTo>
                  <a:lnTo>
                    <a:pt x="3775456" y="1841500"/>
                  </a:lnTo>
                  <a:lnTo>
                    <a:pt x="3788156" y="1841500"/>
                  </a:lnTo>
                  <a:cubicBezTo>
                    <a:pt x="3788156" y="1949577"/>
                    <a:pt x="3700018" y="2037080"/>
                    <a:pt x="3591560" y="2037080"/>
                  </a:cubicBezTo>
                  <a:lnTo>
                    <a:pt x="3591560" y="2024380"/>
                  </a:lnTo>
                  <a:lnTo>
                    <a:pt x="3591560" y="2037080"/>
                  </a:lnTo>
                  <a:lnTo>
                    <a:pt x="196596" y="2037080"/>
                  </a:lnTo>
                  <a:lnTo>
                    <a:pt x="196596" y="2024380"/>
                  </a:lnTo>
                  <a:lnTo>
                    <a:pt x="196596" y="2037080"/>
                  </a:lnTo>
                  <a:cubicBezTo>
                    <a:pt x="88138" y="2037080"/>
                    <a:pt x="0" y="1949577"/>
                    <a:pt x="0" y="1841500"/>
                  </a:cubicBezTo>
                  <a:lnTo>
                    <a:pt x="0" y="195580"/>
                  </a:lnTo>
                  <a:lnTo>
                    <a:pt x="12700" y="195580"/>
                  </a:lnTo>
                  <a:lnTo>
                    <a:pt x="0" y="195580"/>
                  </a:lnTo>
                  <a:moveTo>
                    <a:pt x="25400" y="195580"/>
                  </a:moveTo>
                  <a:lnTo>
                    <a:pt x="25400" y="1841500"/>
                  </a:lnTo>
                  <a:lnTo>
                    <a:pt x="12700" y="1841500"/>
                  </a:lnTo>
                  <a:lnTo>
                    <a:pt x="25400" y="1841500"/>
                  </a:lnTo>
                  <a:cubicBezTo>
                    <a:pt x="25400" y="1935480"/>
                    <a:pt x="101981" y="2011680"/>
                    <a:pt x="196596" y="2011680"/>
                  </a:cubicBezTo>
                  <a:lnTo>
                    <a:pt x="3591560" y="2011680"/>
                  </a:lnTo>
                  <a:cubicBezTo>
                    <a:pt x="3686175" y="2011680"/>
                    <a:pt x="3762756" y="1935480"/>
                    <a:pt x="3762756" y="1841500"/>
                  </a:cubicBezTo>
                  <a:lnTo>
                    <a:pt x="3762756" y="195580"/>
                  </a:lnTo>
                  <a:cubicBezTo>
                    <a:pt x="3762756" y="101600"/>
                    <a:pt x="3686175" y="25400"/>
                    <a:pt x="3591560" y="25400"/>
                  </a:cubicBezTo>
                  <a:lnTo>
                    <a:pt x="196596" y="25400"/>
                  </a:lnTo>
                  <a:lnTo>
                    <a:pt x="196596" y="12700"/>
                  </a:lnTo>
                  <a:lnTo>
                    <a:pt x="196596" y="25400"/>
                  </a:lnTo>
                  <a:cubicBezTo>
                    <a:pt x="101981" y="25400"/>
                    <a:pt x="25400" y="101600"/>
                    <a:pt x="25400" y="195580"/>
                  </a:cubicBezTo>
                  <a:close/>
                </a:path>
              </a:pathLst>
            </a:custGeom>
            <a:solidFill>
              <a:srgbClr val="EEEAFB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4663440" y="5280660"/>
            <a:ext cx="2273427" cy="754380"/>
            <a:chOff x="0" y="0"/>
            <a:chExt cx="3031236" cy="100584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031236" cy="1005840"/>
            </a:xfrm>
            <a:custGeom>
              <a:avLst/>
              <a:gdLst/>
              <a:ahLst/>
              <a:cxnLst/>
              <a:rect r="r" b="b" t="t" l="l"/>
              <a:pathLst>
                <a:path h="1005840" w="3031236">
                  <a:moveTo>
                    <a:pt x="0" y="0"/>
                  </a:moveTo>
                  <a:lnTo>
                    <a:pt x="3031236" y="0"/>
                  </a:lnTo>
                  <a:lnTo>
                    <a:pt x="303123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20" r="0" b="-872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85725"/>
              <a:ext cx="3031236" cy="1091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5B3F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24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4663440" y="6035040"/>
            <a:ext cx="2273427" cy="548640"/>
            <a:chOff x="0" y="0"/>
            <a:chExt cx="3031236" cy="73152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031236" cy="731520"/>
            </a:xfrm>
            <a:custGeom>
              <a:avLst/>
              <a:gdLst/>
              <a:ahLst/>
              <a:cxnLst/>
              <a:rect r="r" b="b" t="t" l="l"/>
              <a:pathLst>
                <a:path h="731520" w="3031236">
                  <a:moveTo>
                    <a:pt x="0" y="0"/>
                  </a:moveTo>
                  <a:lnTo>
                    <a:pt x="3031236" y="0"/>
                  </a:lnTo>
                  <a:lnTo>
                    <a:pt x="303123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41" r="0" b="-30741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3031236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5B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Entradas no diário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7613142" y="5133975"/>
            <a:ext cx="2841117" cy="1527810"/>
            <a:chOff x="0" y="0"/>
            <a:chExt cx="3788156" cy="203708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12700" y="12700"/>
              <a:ext cx="3762756" cy="2011680"/>
            </a:xfrm>
            <a:custGeom>
              <a:avLst/>
              <a:gdLst/>
              <a:ahLst/>
              <a:cxnLst/>
              <a:rect r="r" b="b" t="t" l="l"/>
              <a:pathLst>
                <a:path h="2011680" w="3762756">
                  <a:moveTo>
                    <a:pt x="0" y="182880"/>
                  </a:moveTo>
                  <a:cubicBezTo>
                    <a:pt x="0" y="81915"/>
                    <a:pt x="82296" y="0"/>
                    <a:pt x="183896" y="0"/>
                  </a:cubicBezTo>
                  <a:lnTo>
                    <a:pt x="3578860" y="0"/>
                  </a:lnTo>
                  <a:cubicBezTo>
                    <a:pt x="3680460" y="0"/>
                    <a:pt x="3762756" y="81915"/>
                    <a:pt x="3762756" y="182880"/>
                  </a:cubicBezTo>
                  <a:lnTo>
                    <a:pt x="3762756" y="1828800"/>
                  </a:lnTo>
                  <a:cubicBezTo>
                    <a:pt x="3762756" y="1929765"/>
                    <a:pt x="3680460" y="2011680"/>
                    <a:pt x="3578860" y="2011680"/>
                  </a:cubicBezTo>
                  <a:lnTo>
                    <a:pt x="183896" y="2011680"/>
                  </a:lnTo>
                  <a:cubicBezTo>
                    <a:pt x="82296" y="2011680"/>
                    <a:pt x="0" y="1929765"/>
                    <a:pt x="0" y="1828800"/>
                  </a:cubicBezTo>
                  <a:close/>
                </a:path>
              </a:pathLst>
            </a:custGeom>
            <a:solidFill>
              <a:srgbClr val="DDF4FB"/>
            </a:solid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788156" cy="2037080"/>
            </a:xfrm>
            <a:custGeom>
              <a:avLst/>
              <a:gdLst/>
              <a:ahLst/>
              <a:cxnLst/>
              <a:rect r="r" b="b" t="t" l="l"/>
              <a:pathLst>
                <a:path h="2037080" w="3788156">
                  <a:moveTo>
                    <a:pt x="0" y="195580"/>
                  </a:moveTo>
                  <a:cubicBezTo>
                    <a:pt x="0" y="87503"/>
                    <a:pt x="88138" y="0"/>
                    <a:pt x="196596" y="0"/>
                  </a:cubicBezTo>
                  <a:lnTo>
                    <a:pt x="3591560" y="0"/>
                  </a:lnTo>
                  <a:lnTo>
                    <a:pt x="3591560" y="12700"/>
                  </a:lnTo>
                  <a:lnTo>
                    <a:pt x="3591560" y="0"/>
                  </a:lnTo>
                  <a:cubicBezTo>
                    <a:pt x="3700145" y="0"/>
                    <a:pt x="3788156" y="87503"/>
                    <a:pt x="3788156" y="195580"/>
                  </a:cubicBezTo>
                  <a:lnTo>
                    <a:pt x="3775456" y="195580"/>
                  </a:lnTo>
                  <a:lnTo>
                    <a:pt x="3788156" y="195580"/>
                  </a:lnTo>
                  <a:lnTo>
                    <a:pt x="3788156" y="1841500"/>
                  </a:lnTo>
                  <a:lnTo>
                    <a:pt x="3775456" y="1841500"/>
                  </a:lnTo>
                  <a:lnTo>
                    <a:pt x="3788156" y="1841500"/>
                  </a:lnTo>
                  <a:cubicBezTo>
                    <a:pt x="3788156" y="1949577"/>
                    <a:pt x="3700018" y="2037080"/>
                    <a:pt x="3591560" y="2037080"/>
                  </a:cubicBezTo>
                  <a:lnTo>
                    <a:pt x="3591560" y="2024380"/>
                  </a:lnTo>
                  <a:lnTo>
                    <a:pt x="3591560" y="2037080"/>
                  </a:lnTo>
                  <a:lnTo>
                    <a:pt x="196596" y="2037080"/>
                  </a:lnTo>
                  <a:lnTo>
                    <a:pt x="196596" y="2024380"/>
                  </a:lnTo>
                  <a:lnTo>
                    <a:pt x="196596" y="2037080"/>
                  </a:lnTo>
                  <a:cubicBezTo>
                    <a:pt x="88138" y="2037080"/>
                    <a:pt x="0" y="1949577"/>
                    <a:pt x="0" y="1841500"/>
                  </a:cubicBezTo>
                  <a:lnTo>
                    <a:pt x="0" y="195580"/>
                  </a:lnTo>
                  <a:lnTo>
                    <a:pt x="12700" y="195580"/>
                  </a:lnTo>
                  <a:lnTo>
                    <a:pt x="0" y="195580"/>
                  </a:lnTo>
                  <a:moveTo>
                    <a:pt x="25400" y="195580"/>
                  </a:moveTo>
                  <a:lnTo>
                    <a:pt x="25400" y="1841500"/>
                  </a:lnTo>
                  <a:lnTo>
                    <a:pt x="12700" y="1841500"/>
                  </a:lnTo>
                  <a:lnTo>
                    <a:pt x="25400" y="1841500"/>
                  </a:lnTo>
                  <a:cubicBezTo>
                    <a:pt x="25400" y="1935480"/>
                    <a:pt x="101981" y="2011680"/>
                    <a:pt x="196596" y="2011680"/>
                  </a:cubicBezTo>
                  <a:lnTo>
                    <a:pt x="3591560" y="2011680"/>
                  </a:lnTo>
                  <a:cubicBezTo>
                    <a:pt x="3686175" y="2011680"/>
                    <a:pt x="3762756" y="1935480"/>
                    <a:pt x="3762756" y="1841500"/>
                  </a:cubicBezTo>
                  <a:lnTo>
                    <a:pt x="3762756" y="195580"/>
                  </a:lnTo>
                  <a:cubicBezTo>
                    <a:pt x="3762756" y="101600"/>
                    <a:pt x="3686175" y="25400"/>
                    <a:pt x="3591560" y="25400"/>
                  </a:cubicBezTo>
                  <a:lnTo>
                    <a:pt x="196596" y="25400"/>
                  </a:lnTo>
                  <a:lnTo>
                    <a:pt x="196596" y="12700"/>
                  </a:lnTo>
                  <a:lnTo>
                    <a:pt x="196596" y="25400"/>
                  </a:lnTo>
                  <a:cubicBezTo>
                    <a:pt x="101981" y="25400"/>
                    <a:pt x="25400" y="101600"/>
                    <a:pt x="25400" y="195580"/>
                  </a:cubicBezTo>
                  <a:close/>
                </a:path>
              </a:pathLst>
            </a:custGeom>
            <a:solidFill>
              <a:srgbClr val="DDF4FB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7896987" y="5280660"/>
            <a:ext cx="2273427" cy="754380"/>
            <a:chOff x="0" y="0"/>
            <a:chExt cx="3031236" cy="100584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031236" cy="1005840"/>
            </a:xfrm>
            <a:custGeom>
              <a:avLst/>
              <a:gdLst/>
              <a:ahLst/>
              <a:cxnLst/>
              <a:rect r="r" b="b" t="t" l="l"/>
              <a:pathLst>
                <a:path h="1005840" w="3031236">
                  <a:moveTo>
                    <a:pt x="0" y="0"/>
                  </a:moveTo>
                  <a:lnTo>
                    <a:pt x="3031236" y="0"/>
                  </a:lnTo>
                  <a:lnTo>
                    <a:pt x="303123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20" r="0" b="-872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85725"/>
              <a:ext cx="3031236" cy="1091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7896987" y="6035040"/>
            <a:ext cx="2273427" cy="548640"/>
            <a:chOff x="0" y="0"/>
            <a:chExt cx="3031236" cy="73152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3031236" cy="731520"/>
            </a:xfrm>
            <a:custGeom>
              <a:avLst/>
              <a:gdLst/>
              <a:ahLst/>
              <a:cxnLst/>
              <a:rect r="r" b="b" t="t" l="l"/>
              <a:pathLst>
                <a:path h="731520" w="3031236">
                  <a:moveTo>
                    <a:pt x="0" y="0"/>
                  </a:moveTo>
                  <a:lnTo>
                    <a:pt x="3031236" y="0"/>
                  </a:lnTo>
                  <a:lnTo>
                    <a:pt x="303123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41" r="0" b="-30741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3031236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5B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Sessões com IA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0846689" y="5133975"/>
            <a:ext cx="2841117" cy="1527810"/>
            <a:chOff x="0" y="0"/>
            <a:chExt cx="3788156" cy="203708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12700" y="12700"/>
              <a:ext cx="3762756" cy="2011680"/>
            </a:xfrm>
            <a:custGeom>
              <a:avLst/>
              <a:gdLst/>
              <a:ahLst/>
              <a:cxnLst/>
              <a:rect r="r" b="b" t="t" l="l"/>
              <a:pathLst>
                <a:path h="2011680" w="3762756">
                  <a:moveTo>
                    <a:pt x="0" y="182880"/>
                  </a:moveTo>
                  <a:cubicBezTo>
                    <a:pt x="0" y="81915"/>
                    <a:pt x="82296" y="0"/>
                    <a:pt x="183896" y="0"/>
                  </a:cubicBezTo>
                  <a:lnTo>
                    <a:pt x="3578860" y="0"/>
                  </a:lnTo>
                  <a:cubicBezTo>
                    <a:pt x="3680460" y="0"/>
                    <a:pt x="3762756" y="81915"/>
                    <a:pt x="3762756" y="182880"/>
                  </a:cubicBezTo>
                  <a:lnTo>
                    <a:pt x="3762756" y="1828800"/>
                  </a:lnTo>
                  <a:cubicBezTo>
                    <a:pt x="3762756" y="1929765"/>
                    <a:pt x="3680460" y="2011680"/>
                    <a:pt x="3578860" y="2011680"/>
                  </a:cubicBezTo>
                  <a:lnTo>
                    <a:pt x="183896" y="2011680"/>
                  </a:lnTo>
                  <a:cubicBezTo>
                    <a:pt x="82296" y="2011680"/>
                    <a:pt x="0" y="1929765"/>
                    <a:pt x="0" y="1828800"/>
                  </a:cubicBez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3788156" cy="2037080"/>
            </a:xfrm>
            <a:custGeom>
              <a:avLst/>
              <a:gdLst/>
              <a:ahLst/>
              <a:cxnLst/>
              <a:rect r="r" b="b" t="t" l="l"/>
              <a:pathLst>
                <a:path h="2037080" w="3788156">
                  <a:moveTo>
                    <a:pt x="0" y="195580"/>
                  </a:moveTo>
                  <a:cubicBezTo>
                    <a:pt x="0" y="87503"/>
                    <a:pt x="88138" y="0"/>
                    <a:pt x="196596" y="0"/>
                  </a:cubicBezTo>
                  <a:lnTo>
                    <a:pt x="3591560" y="0"/>
                  </a:lnTo>
                  <a:lnTo>
                    <a:pt x="3591560" y="12700"/>
                  </a:lnTo>
                  <a:lnTo>
                    <a:pt x="3591560" y="0"/>
                  </a:lnTo>
                  <a:cubicBezTo>
                    <a:pt x="3700145" y="0"/>
                    <a:pt x="3788156" y="87503"/>
                    <a:pt x="3788156" y="195580"/>
                  </a:cubicBezTo>
                  <a:lnTo>
                    <a:pt x="3775456" y="195580"/>
                  </a:lnTo>
                  <a:lnTo>
                    <a:pt x="3788156" y="195580"/>
                  </a:lnTo>
                  <a:lnTo>
                    <a:pt x="3788156" y="1841500"/>
                  </a:lnTo>
                  <a:lnTo>
                    <a:pt x="3775456" y="1841500"/>
                  </a:lnTo>
                  <a:lnTo>
                    <a:pt x="3788156" y="1841500"/>
                  </a:lnTo>
                  <a:cubicBezTo>
                    <a:pt x="3788156" y="1949577"/>
                    <a:pt x="3700018" y="2037080"/>
                    <a:pt x="3591560" y="2037080"/>
                  </a:cubicBezTo>
                  <a:lnTo>
                    <a:pt x="3591560" y="2024380"/>
                  </a:lnTo>
                  <a:lnTo>
                    <a:pt x="3591560" y="2037080"/>
                  </a:lnTo>
                  <a:lnTo>
                    <a:pt x="196596" y="2037080"/>
                  </a:lnTo>
                  <a:lnTo>
                    <a:pt x="196596" y="2024380"/>
                  </a:lnTo>
                  <a:lnTo>
                    <a:pt x="196596" y="2037080"/>
                  </a:lnTo>
                  <a:cubicBezTo>
                    <a:pt x="88138" y="2037080"/>
                    <a:pt x="0" y="1949577"/>
                    <a:pt x="0" y="1841500"/>
                  </a:cubicBezTo>
                  <a:lnTo>
                    <a:pt x="0" y="195580"/>
                  </a:lnTo>
                  <a:lnTo>
                    <a:pt x="12700" y="195580"/>
                  </a:lnTo>
                  <a:lnTo>
                    <a:pt x="0" y="195580"/>
                  </a:lnTo>
                  <a:moveTo>
                    <a:pt x="25400" y="195580"/>
                  </a:moveTo>
                  <a:lnTo>
                    <a:pt x="25400" y="1841500"/>
                  </a:lnTo>
                  <a:lnTo>
                    <a:pt x="12700" y="1841500"/>
                  </a:lnTo>
                  <a:lnTo>
                    <a:pt x="25400" y="1841500"/>
                  </a:lnTo>
                  <a:cubicBezTo>
                    <a:pt x="25400" y="1935480"/>
                    <a:pt x="101981" y="2011680"/>
                    <a:pt x="196596" y="2011680"/>
                  </a:cubicBezTo>
                  <a:lnTo>
                    <a:pt x="3591560" y="2011680"/>
                  </a:lnTo>
                  <a:cubicBezTo>
                    <a:pt x="3686175" y="2011680"/>
                    <a:pt x="3762756" y="1935480"/>
                    <a:pt x="3762756" y="1841500"/>
                  </a:cubicBezTo>
                  <a:lnTo>
                    <a:pt x="3762756" y="195580"/>
                  </a:lnTo>
                  <a:cubicBezTo>
                    <a:pt x="3762756" y="101600"/>
                    <a:pt x="3686175" y="25400"/>
                    <a:pt x="3591560" y="25400"/>
                  </a:cubicBezTo>
                  <a:lnTo>
                    <a:pt x="196596" y="25400"/>
                  </a:lnTo>
                  <a:lnTo>
                    <a:pt x="196596" y="12700"/>
                  </a:lnTo>
                  <a:lnTo>
                    <a:pt x="196596" y="25400"/>
                  </a:lnTo>
                  <a:cubicBezTo>
                    <a:pt x="101981" y="25400"/>
                    <a:pt x="25400" y="101600"/>
                    <a:pt x="25400" y="195580"/>
                  </a:cubicBezTo>
                  <a:close/>
                </a:path>
              </a:pathLst>
            </a:custGeom>
            <a:solidFill>
              <a:srgbClr val="FEF3C7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11130534" y="5280660"/>
            <a:ext cx="2273427" cy="754380"/>
            <a:chOff x="0" y="0"/>
            <a:chExt cx="3031236" cy="100584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3031236" cy="1005840"/>
            </a:xfrm>
            <a:custGeom>
              <a:avLst/>
              <a:gdLst/>
              <a:ahLst/>
              <a:cxnLst/>
              <a:rect r="r" b="b" t="t" l="l"/>
              <a:pathLst>
                <a:path h="1005840" w="3031236">
                  <a:moveTo>
                    <a:pt x="0" y="0"/>
                  </a:moveTo>
                  <a:lnTo>
                    <a:pt x="3031236" y="0"/>
                  </a:lnTo>
                  <a:lnTo>
                    <a:pt x="303123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20" r="0" b="-8720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85725"/>
              <a:ext cx="3031236" cy="1091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B4530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1130534" y="6035040"/>
            <a:ext cx="2273427" cy="548640"/>
            <a:chOff x="0" y="0"/>
            <a:chExt cx="3031236" cy="73152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3031236" cy="731520"/>
            </a:xfrm>
            <a:custGeom>
              <a:avLst/>
              <a:gdLst/>
              <a:ahLst/>
              <a:cxnLst/>
              <a:rect r="r" b="b" t="t" l="l"/>
              <a:pathLst>
                <a:path h="731520" w="3031236">
                  <a:moveTo>
                    <a:pt x="0" y="0"/>
                  </a:moveTo>
                  <a:lnTo>
                    <a:pt x="3031236" y="0"/>
                  </a:lnTo>
                  <a:lnTo>
                    <a:pt x="303123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41" r="0" b="-30741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3031236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5B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Humor médio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4080236" y="5133975"/>
            <a:ext cx="2841117" cy="1527810"/>
            <a:chOff x="0" y="0"/>
            <a:chExt cx="3788156" cy="203708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12700" y="12700"/>
              <a:ext cx="3762756" cy="2011680"/>
            </a:xfrm>
            <a:custGeom>
              <a:avLst/>
              <a:gdLst/>
              <a:ahLst/>
              <a:cxnLst/>
              <a:rect r="r" b="b" t="t" l="l"/>
              <a:pathLst>
                <a:path h="2011680" w="3762756">
                  <a:moveTo>
                    <a:pt x="0" y="182880"/>
                  </a:moveTo>
                  <a:cubicBezTo>
                    <a:pt x="0" y="81915"/>
                    <a:pt x="82296" y="0"/>
                    <a:pt x="183896" y="0"/>
                  </a:cubicBezTo>
                  <a:lnTo>
                    <a:pt x="3578860" y="0"/>
                  </a:lnTo>
                  <a:cubicBezTo>
                    <a:pt x="3680460" y="0"/>
                    <a:pt x="3762756" y="81915"/>
                    <a:pt x="3762756" y="182880"/>
                  </a:cubicBezTo>
                  <a:lnTo>
                    <a:pt x="3762756" y="1828800"/>
                  </a:lnTo>
                  <a:cubicBezTo>
                    <a:pt x="3762756" y="1929765"/>
                    <a:pt x="3680460" y="2011680"/>
                    <a:pt x="3578860" y="2011680"/>
                  </a:cubicBezTo>
                  <a:lnTo>
                    <a:pt x="183896" y="2011680"/>
                  </a:lnTo>
                  <a:cubicBezTo>
                    <a:pt x="82296" y="2011680"/>
                    <a:pt x="0" y="1929765"/>
                    <a:pt x="0" y="1828800"/>
                  </a:cubicBezTo>
                  <a:close/>
                </a:path>
              </a:pathLst>
            </a:custGeom>
            <a:solidFill>
              <a:srgbClr val="FCE7F3"/>
            </a:solidFill>
          </p:spPr>
        </p:sp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3788156" cy="2037080"/>
            </a:xfrm>
            <a:custGeom>
              <a:avLst/>
              <a:gdLst/>
              <a:ahLst/>
              <a:cxnLst/>
              <a:rect r="r" b="b" t="t" l="l"/>
              <a:pathLst>
                <a:path h="2037080" w="3788156">
                  <a:moveTo>
                    <a:pt x="0" y="195580"/>
                  </a:moveTo>
                  <a:cubicBezTo>
                    <a:pt x="0" y="87503"/>
                    <a:pt x="88138" y="0"/>
                    <a:pt x="196596" y="0"/>
                  </a:cubicBezTo>
                  <a:lnTo>
                    <a:pt x="3591560" y="0"/>
                  </a:lnTo>
                  <a:lnTo>
                    <a:pt x="3591560" y="12700"/>
                  </a:lnTo>
                  <a:lnTo>
                    <a:pt x="3591560" y="0"/>
                  </a:lnTo>
                  <a:cubicBezTo>
                    <a:pt x="3700145" y="0"/>
                    <a:pt x="3788156" y="87503"/>
                    <a:pt x="3788156" y="195580"/>
                  </a:cubicBezTo>
                  <a:lnTo>
                    <a:pt x="3775456" y="195580"/>
                  </a:lnTo>
                  <a:lnTo>
                    <a:pt x="3788156" y="195580"/>
                  </a:lnTo>
                  <a:lnTo>
                    <a:pt x="3788156" y="1841500"/>
                  </a:lnTo>
                  <a:lnTo>
                    <a:pt x="3775456" y="1841500"/>
                  </a:lnTo>
                  <a:lnTo>
                    <a:pt x="3788156" y="1841500"/>
                  </a:lnTo>
                  <a:cubicBezTo>
                    <a:pt x="3788156" y="1949577"/>
                    <a:pt x="3700018" y="2037080"/>
                    <a:pt x="3591560" y="2037080"/>
                  </a:cubicBezTo>
                  <a:lnTo>
                    <a:pt x="3591560" y="2024380"/>
                  </a:lnTo>
                  <a:lnTo>
                    <a:pt x="3591560" y="2037080"/>
                  </a:lnTo>
                  <a:lnTo>
                    <a:pt x="196596" y="2037080"/>
                  </a:lnTo>
                  <a:lnTo>
                    <a:pt x="196596" y="2024380"/>
                  </a:lnTo>
                  <a:lnTo>
                    <a:pt x="196596" y="2037080"/>
                  </a:lnTo>
                  <a:cubicBezTo>
                    <a:pt x="88138" y="2037080"/>
                    <a:pt x="0" y="1949577"/>
                    <a:pt x="0" y="1841500"/>
                  </a:cubicBezTo>
                  <a:lnTo>
                    <a:pt x="0" y="195580"/>
                  </a:lnTo>
                  <a:lnTo>
                    <a:pt x="12700" y="195580"/>
                  </a:lnTo>
                  <a:lnTo>
                    <a:pt x="0" y="195580"/>
                  </a:lnTo>
                  <a:moveTo>
                    <a:pt x="25400" y="195580"/>
                  </a:moveTo>
                  <a:lnTo>
                    <a:pt x="25400" y="1841500"/>
                  </a:lnTo>
                  <a:lnTo>
                    <a:pt x="12700" y="1841500"/>
                  </a:lnTo>
                  <a:lnTo>
                    <a:pt x="25400" y="1841500"/>
                  </a:lnTo>
                  <a:cubicBezTo>
                    <a:pt x="25400" y="1935480"/>
                    <a:pt x="101981" y="2011680"/>
                    <a:pt x="196596" y="2011680"/>
                  </a:cubicBezTo>
                  <a:lnTo>
                    <a:pt x="3591560" y="2011680"/>
                  </a:lnTo>
                  <a:cubicBezTo>
                    <a:pt x="3686175" y="2011680"/>
                    <a:pt x="3762756" y="1935480"/>
                    <a:pt x="3762756" y="1841500"/>
                  </a:cubicBezTo>
                  <a:lnTo>
                    <a:pt x="3762756" y="195580"/>
                  </a:lnTo>
                  <a:cubicBezTo>
                    <a:pt x="3762756" y="101600"/>
                    <a:pt x="3686175" y="25400"/>
                    <a:pt x="3591560" y="25400"/>
                  </a:cubicBezTo>
                  <a:lnTo>
                    <a:pt x="196596" y="25400"/>
                  </a:lnTo>
                  <a:lnTo>
                    <a:pt x="196596" y="12700"/>
                  </a:lnTo>
                  <a:lnTo>
                    <a:pt x="196596" y="25400"/>
                  </a:lnTo>
                  <a:cubicBezTo>
                    <a:pt x="101981" y="25400"/>
                    <a:pt x="25400" y="101600"/>
                    <a:pt x="25400" y="195580"/>
                  </a:cubicBezTo>
                  <a:close/>
                </a:path>
              </a:pathLst>
            </a:custGeom>
            <a:solidFill>
              <a:srgbClr val="FCE7F3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14364081" y="5280660"/>
            <a:ext cx="2273427" cy="754380"/>
            <a:chOff x="0" y="0"/>
            <a:chExt cx="3031236" cy="100584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3031236" cy="1005840"/>
            </a:xfrm>
            <a:custGeom>
              <a:avLst/>
              <a:gdLst/>
              <a:ahLst/>
              <a:cxnLst/>
              <a:rect r="r" b="b" t="t" l="l"/>
              <a:pathLst>
                <a:path h="1005840" w="3031236">
                  <a:moveTo>
                    <a:pt x="0" y="0"/>
                  </a:moveTo>
                  <a:lnTo>
                    <a:pt x="3031236" y="0"/>
                  </a:lnTo>
                  <a:lnTo>
                    <a:pt x="303123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20" r="0" b="-8720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85725"/>
              <a:ext cx="3031236" cy="1091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BE18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4364081" y="6035040"/>
            <a:ext cx="2273427" cy="548640"/>
            <a:chOff x="0" y="0"/>
            <a:chExt cx="3031236" cy="73152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3031236" cy="731520"/>
            </a:xfrm>
            <a:custGeom>
              <a:avLst/>
              <a:gdLst/>
              <a:ahLst/>
              <a:cxnLst/>
              <a:rect r="r" b="b" t="t" l="l"/>
              <a:pathLst>
                <a:path h="731520" w="3031236">
                  <a:moveTo>
                    <a:pt x="0" y="0"/>
                  </a:moveTo>
                  <a:lnTo>
                    <a:pt x="3031236" y="0"/>
                  </a:lnTo>
                  <a:lnTo>
                    <a:pt x="303123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41" r="0" b="-30741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38100"/>
              <a:ext cx="3031236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5B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Postagens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4280043" y="6985635"/>
            <a:ext cx="7006091" cy="2282190"/>
            <a:chOff x="0" y="0"/>
            <a:chExt cx="9341455" cy="304292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12883" y="12700"/>
              <a:ext cx="9315611" cy="3017520"/>
            </a:xfrm>
            <a:custGeom>
              <a:avLst/>
              <a:gdLst/>
              <a:ahLst/>
              <a:cxnLst/>
              <a:rect r="r" b="b" t="t" l="l"/>
              <a:pathLst>
                <a:path h="3017520" w="9315611">
                  <a:moveTo>
                    <a:pt x="0" y="182880"/>
                  </a:moveTo>
                  <a:cubicBezTo>
                    <a:pt x="0" y="81915"/>
                    <a:pt x="83482" y="0"/>
                    <a:pt x="186547" y="0"/>
                  </a:cubicBezTo>
                  <a:lnTo>
                    <a:pt x="9129064" y="0"/>
                  </a:lnTo>
                  <a:cubicBezTo>
                    <a:pt x="9232129" y="0"/>
                    <a:pt x="9315611" y="81915"/>
                    <a:pt x="9315611" y="182880"/>
                  </a:cubicBezTo>
                  <a:lnTo>
                    <a:pt x="9315611" y="2834640"/>
                  </a:lnTo>
                  <a:cubicBezTo>
                    <a:pt x="9315611" y="2935605"/>
                    <a:pt x="9232129" y="3017520"/>
                    <a:pt x="9129064" y="3017520"/>
                  </a:cubicBezTo>
                  <a:lnTo>
                    <a:pt x="186547" y="3017520"/>
                  </a:lnTo>
                  <a:cubicBezTo>
                    <a:pt x="83482" y="3017520"/>
                    <a:pt x="0" y="2935605"/>
                    <a:pt x="0" y="28346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9341377" cy="3042920"/>
            </a:xfrm>
            <a:custGeom>
              <a:avLst/>
              <a:gdLst/>
              <a:ahLst/>
              <a:cxnLst/>
              <a:rect r="r" b="b" t="t" l="l"/>
              <a:pathLst>
                <a:path h="3042920" w="9341377">
                  <a:moveTo>
                    <a:pt x="0" y="195580"/>
                  </a:moveTo>
                  <a:cubicBezTo>
                    <a:pt x="0" y="87503"/>
                    <a:pt x="89408" y="0"/>
                    <a:pt x="199430" y="0"/>
                  </a:cubicBezTo>
                  <a:lnTo>
                    <a:pt x="9141947" y="0"/>
                  </a:lnTo>
                  <a:lnTo>
                    <a:pt x="9141947" y="12700"/>
                  </a:lnTo>
                  <a:lnTo>
                    <a:pt x="9141947" y="0"/>
                  </a:lnTo>
                  <a:cubicBezTo>
                    <a:pt x="9252097" y="0"/>
                    <a:pt x="9341377" y="87503"/>
                    <a:pt x="9341377" y="195580"/>
                  </a:cubicBezTo>
                  <a:lnTo>
                    <a:pt x="9328494" y="195580"/>
                  </a:lnTo>
                  <a:lnTo>
                    <a:pt x="9341377" y="195580"/>
                  </a:lnTo>
                  <a:lnTo>
                    <a:pt x="9341377" y="2847340"/>
                  </a:lnTo>
                  <a:lnTo>
                    <a:pt x="9328494" y="2847340"/>
                  </a:lnTo>
                  <a:lnTo>
                    <a:pt x="9341377" y="2847340"/>
                  </a:lnTo>
                  <a:cubicBezTo>
                    <a:pt x="9341377" y="2955417"/>
                    <a:pt x="9251969" y="3042920"/>
                    <a:pt x="9141947" y="3042920"/>
                  </a:cubicBezTo>
                  <a:lnTo>
                    <a:pt x="9141947" y="3030220"/>
                  </a:lnTo>
                  <a:lnTo>
                    <a:pt x="9141947" y="3042920"/>
                  </a:lnTo>
                  <a:lnTo>
                    <a:pt x="199430" y="3042920"/>
                  </a:lnTo>
                  <a:lnTo>
                    <a:pt x="199430" y="3030220"/>
                  </a:lnTo>
                  <a:lnTo>
                    <a:pt x="199430" y="3042920"/>
                  </a:lnTo>
                  <a:cubicBezTo>
                    <a:pt x="89408" y="3042920"/>
                    <a:pt x="0" y="2955417"/>
                    <a:pt x="0" y="2847340"/>
                  </a:cubicBezTo>
                  <a:lnTo>
                    <a:pt x="0" y="195580"/>
                  </a:lnTo>
                  <a:lnTo>
                    <a:pt x="12883" y="195580"/>
                  </a:lnTo>
                  <a:lnTo>
                    <a:pt x="0" y="195580"/>
                  </a:lnTo>
                  <a:moveTo>
                    <a:pt x="25766" y="195580"/>
                  </a:moveTo>
                  <a:lnTo>
                    <a:pt x="25766" y="2847340"/>
                  </a:lnTo>
                  <a:lnTo>
                    <a:pt x="12883" y="2847340"/>
                  </a:lnTo>
                  <a:lnTo>
                    <a:pt x="25766" y="2847340"/>
                  </a:lnTo>
                  <a:cubicBezTo>
                    <a:pt x="25766" y="2941320"/>
                    <a:pt x="103451" y="3017520"/>
                    <a:pt x="199430" y="3017520"/>
                  </a:cubicBezTo>
                  <a:lnTo>
                    <a:pt x="9141947" y="3017520"/>
                  </a:lnTo>
                  <a:cubicBezTo>
                    <a:pt x="9237926" y="3017520"/>
                    <a:pt x="9315610" y="2941193"/>
                    <a:pt x="9315610" y="2847340"/>
                  </a:cubicBezTo>
                  <a:lnTo>
                    <a:pt x="9315610" y="195580"/>
                  </a:lnTo>
                  <a:cubicBezTo>
                    <a:pt x="9315610" y="101600"/>
                    <a:pt x="9237926" y="25400"/>
                    <a:pt x="9141947" y="25400"/>
                  </a:cubicBezTo>
                  <a:lnTo>
                    <a:pt x="199430" y="25400"/>
                  </a:lnTo>
                  <a:lnTo>
                    <a:pt x="199430" y="12700"/>
                  </a:lnTo>
                  <a:lnTo>
                    <a:pt x="199430" y="25400"/>
                  </a:lnTo>
                  <a:cubicBezTo>
                    <a:pt x="103451" y="25400"/>
                    <a:pt x="25766" y="101727"/>
                    <a:pt x="25766" y="195580"/>
                  </a:cubicBezTo>
                  <a:close/>
                </a:path>
              </a:pathLst>
            </a:custGeom>
            <a:solidFill>
              <a:srgbClr val="E4DDF5"/>
            </a:solid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4732020" y="7200900"/>
            <a:ext cx="6201689" cy="480060"/>
            <a:chOff x="0" y="0"/>
            <a:chExt cx="8268919" cy="64008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8268920" cy="640080"/>
            </a:xfrm>
            <a:custGeom>
              <a:avLst/>
              <a:gdLst/>
              <a:ahLst/>
              <a:cxnLst/>
              <a:rect r="r" b="b" t="t" l="l"/>
              <a:pathLst>
                <a:path h="640080" w="8268920">
                  <a:moveTo>
                    <a:pt x="0" y="0"/>
                  </a:moveTo>
                  <a:lnTo>
                    <a:pt x="8268920" y="0"/>
                  </a:lnTo>
                  <a:lnTo>
                    <a:pt x="8268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718" r="0" b="-201718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47625"/>
              <a:ext cx="8268919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11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Humor dos últimos 7 dias</a:t>
              </a:r>
            </a:p>
          </p:txBody>
        </p:sp>
      </p:grpSp>
      <p:pic>
        <p:nvPicPr>
          <p:cNvPr name="Picture 139" id="13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695133" y="6996930"/>
            <a:ext cx="8071196" cy="2941589"/>
          </a:xfrm>
          <a:prstGeom prst="rect">
            <a:avLst/>
          </a:prstGeom>
        </p:spPr>
      </p:pic>
      <p:grpSp>
        <p:nvGrpSpPr>
          <p:cNvPr name="Group 140" id="140"/>
          <p:cNvGrpSpPr/>
          <p:nvPr/>
        </p:nvGrpSpPr>
        <p:grpSpPr>
          <a:xfrm rot="0">
            <a:off x="11609984" y="6985635"/>
            <a:ext cx="5311369" cy="2282190"/>
            <a:chOff x="0" y="0"/>
            <a:chExt cx="7081825" cy="304292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12700" y="12700"/>
              <a:ext cx="7056374" cy="3017520"/>
            </a:xfrm>
            <a:custGeom>
              <a:avLst/>
              <a:gdLst/>
              <a:ahLst/>
              <a:cxnLst/>
              <a:rect r="r" b="b" t="t" l="l"/>
              <a:pathLst>
                <a:path h="3017520" w="7056374">
                  <a:moveTo>
                    <a:pt x="0" y="182880"/>
                  </a:moveTo>
                  <a:cubicBezTo>
                    <a:pt x="0" y="81915"/>
                    <a:pt x="82296" y="0"/>
                    <a:pt x="183769" y="0"/>
                  </a:cubicBezTo>
                  <a:lnTo>
                    <a:pt x="6872605" y="0"/>
                  </a:lnTo>
                  <a:cubicBezTo>
                    <a:pt x="6974078" y="0"/>
                    <a:pt x="7056374" y="81915"/>
                    <a:pt x="7056374" y="182880"/>
                  </a:cubicBezTo>
                  <a:lnTo>
                    <a:pt x="7056374" y="2834640"/>
                  </a:lnTo>
                  <a:cubicBezTo>
                    <a:pt x="7056374" y="2935605"/>
                    <a:pt x="6974078" y="3017520"/>
                    <a:pt x="6872605" y="3017520"/>
                  </a:cubicBezTo>
                  <a:lnTo>
                    <a:pt x="183769" y="3017520"/>
                  </a:lnTo>
                  <a:cubicBezTo>
                    <a:pt x="82296" y="3017520"/>
                    <a:pt x="0" y="2935605"/>
                    <a:pt x="0" y="28346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7081774" cy="3042920"/>
            </a:xfrm>
            <a:custGeom>
              <a:avLst/>
              <a:gdLst/>
              <a:ahLst/>
              <a:cxnLst/>
              <a:rect r="r" b="b" t="t" l="l"/>
              <a:pathLst>
                <a:path h="3042920" w="7081774">
                  <a:moveTo>
                    <a:pt x="0" y="195580"/>
                  </a:moveTo>
                  <a:cubicBezTo>
                    <a:pt x="0" y="87503"/>
                    <a:pt x="88011" y="0"/>
                    <a:pt x="196469" y="0"/>
                  </a:cubicBezTo>
                  <a:lnTo>
                    <a:pt x="6885305" y="0"/>
                  </a:lnTo>
                  <a:lnTo>
                    <a:pt x="6885305" y="12700"/>
                  </a:lnTo>
                  <a:lnTo>
                    <a:pt x="6885305" y="0"/>
                  </a:lnTo>
                  <a:cubicBezTo>
                    <a:pt x="6993763" y="0"/>
                    <a:pt x="7081774" y="87503"/>
                    <a:pt x="7081774" y="195580"/>
                  </a:cubicBezTo>
                  <a:lnTo>
                    <a:pt x="7069074" y="195580"/>
                  </a:lnTo>
                  <a:lnTo>
                    <a:pt x="7081774" y="195580"/>
                  </a:lnTo>
                  <a:lnTo>
                    <a:pt x="7081774" y="2847340"/>
                  </a:lnTo>
                  <a:lnTo>
                    <a:pt x="7069074" y="2847340"/>
                  </a:lnTo>
                  <a:lnTo>
                    <a:pt x="7081774" y="2847340"/>
                  </a:lnTo>
                  <a:cubicBezTo>
                    <a:pt x="7081774" y="2955417"/>
                    <a:pt x="6993763" y="3042920"/>
                    <a:pt x="6885305" y="3042920"/>
                  </a:cubicBezTo>
                  <a:lnTo>
                    <a:pt x="6885305" y="3030220"/>
                  </a:lnTo>
                  <a:lnTo>
                    <a:pt x="6885305" y="3042920"/>
                  </a:lnTo>
                  <a:lnTo>
                    <a:pt x="196469" y="3042920"/>
                  </a:lnTo>
                  <a:lnTo>
                    <a:pt x="196469" y="3030220"/>
                  </a:lnTo>
                  <a:lnTo>
                    <a:pt x="196469" y="3042920"/>
                  </a:lnTo>
                  <a:cubicBezTo>
                    <a:pt x="88011" y="3042920"/>
                    <a:pt x="0" y="2955417"/>
                    <a:pt x="0" y="2847340"/>
                  </a:cubicBezTo>
                  <a:lnTo>
                    <a:pt x="0" y="195580"/>
                  </a:lnTo>
                  <a:lnTo>
                    <a:pt x="12700" y="195580"/>
                  </a:lnTo>
                  <a:lnTo>
                    <a:pt x="0" y="195580"/>
                  </a:lnTo>
                  <a:moveTo>
                    <a:pt x="25400" y="195580"/>
                  </a:moveTo>
                  <a:lnTo>
                    <a:pt x="25400" y="2847340"/>
                  </a:lnTo>
                  <a:lnTo>
                    <a:pt x="12700" y="2847340"/>
                  </a:lnTo>
                  <a:lnTo>
                    <a:pt x="25400" y="2847340"/>
                  </a:lnTo>
                  <a:cubicBezTo>
                    <a:pt x="25400" y="2941320"/>
                    <a:pt x="101981" y="3017520"/>
                    <a:pt x="196469" y="3017520"/>
                  </a:cubicBezTo>
                  <a:lnTo>
                    <a:pt x="6885305" y="3017520"/>
                  </a:lnTo>
                  <a:cubicBezTo>
                    <a:pt x="6979793" y="3017520"/>
                    <a:pt x="7056374" y="2941320"/>
                    <a:pt x="7056374" y="2847340"/>
                  </a:cubicBezTo>
                  <a:lnTo>
                    <a:pt x="7056374" y="195580"/>
                  </a:lnTo>
                  <a:cubicBezTo>
                    <a:pt x="7056374" y="101600"/>
                    <a:pt x="6979920" y="25400"/>
                    <a:pt x="6885305" y="25400"/>
                  </a:cubicBezTo>
                  <a:lnTo>
                    <a:pt x="196469" y="25400"/>
                  </a:lnTo>
                  <a:lnTo>
                    <a:pt x="196469" y="12700"/>
                  </a:lnTo>
                  <a:lnTo>
                    <a:pt x="196469" y="25400"/>
                  </a:lnTo>
                  <a:cubicBezTo>
                    <a:pt x="101981" y="25400"/>
                    <a:pt x="25400" y="101600"/>
                    <a:pt x="25400" y="195580"/>
                  </a:cubicBezTo>
                  <a:close/>
                </a:path>
              </a:pathLst>
            </a:custGeom>
            <a:solidFill>
              <a:srgbClr val="E4DDF5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11962409" y="7200900"/>
            <a:ext cx="4606519" cy="480060"/>
            <a:chOff x="0" y="0"/>
            <a:chExt cx="6142025" cy="64008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142024" cy="640080"/>
            </a:xfrm>
            <a:custGeom>
              <a:avLst/>
              <a:gdLst/>
              <a:ahLst/>
              <a:cxnLst/>
              <a:rect r="r" b="b" t="t" l="l"/>
              <a:pathLst>
                <a:path h="640080" w="6142024">
                  <a:moveTo>
                    <a:pt x="0" y="0"/>
                  </a:moveTo>
                  <a:lnTo>
                    <a:pt x="6142024" y="0"/>
                  </a:lnTo>
                  <a:lnTo>
                    <a:pt x="614202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72" r="0" b="-136972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47625"/>
              <a:ext cx="6142025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11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Últimas entradas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1884304" y="7740015"/>
            <a:ext cx="4762729" cy="567690"/>
            <a:chOff x="0" y="0"/>
            <a:chExt cx="6350305" cy="75692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12700" y="12700"/>
              <a:ext cx="6324854" cy="731520"/>
            </a:xfrm>
            <a:custGeom>
              <a:avLst/>
              <a:gdLst/>
              <a:ahLst/>
              <a:cxnLst/>
              <a:rect r="r" b="b" t="t" l="l"/>
              <a:pathLst>
                <a:path h="731520" w="6324854">
                  <a:moveTo>
                    <a:pt x="0" y="109728"/>
                  </a:moveTo>
                  <a:cubicBezTo>
                    <a:pt x="0" y="49149"/>
                    <a:pt x="50673" y="0"/>
                    <a:pt x="113030" y="0"/>
                  </a:cubicBezTo>
                  <a:lnTo>
                    <a:pt x="6211824" y="0"/>
                  </a:lnTo>
                  <a:cubicBezTo>
                    <a:pt x="6274308" y="0"/>
                    <a:pt x="6324854" y="49149"/>
                    <a:pt x="6324854" y="109728"/>
                  </a:cubicBezTo>
                  <a:lnTo>
                    <a:pt x="6324854" y="621792"/>
                  </a:lnTo>
                  <a:cubicBezTo>
                    <a:pt x="6324854" y="682371"/>
                    <a:pt x="6274181" y="731520"/>
                    <a:pt x="6211824" y="731520"/>
                  </a:cubicBezTo>
                  <a:lnTo>
                    <a:pt x="113030" y="731520"/>
                  </a:lnTo>
                  <a:cubicBezTo>
                    <a:pt x="50673" y="731520"/>
                    <a:pt x="0" y="682371"/>
                    <a:pt x="0" y="621792"/>
                  </a:cubicBezTo>
                  <a:close/>
                </a:path>
              </a:pathLst>
            </a:custGeom>
            <a:solidFill>
              <a:srgbClr val="EFEAFB"/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350254" cy="756920"/>
            </a:xfrm>
            <a:custGeom>
              <a:avLst/>
              <a:gdLst/>
              <a:ahLst/>
              <a:cxnLst/>
              <a:rect r="r" b="b" t="t" l="l"/>
              <a:pathLst>
                <a:path h="756920" w="6350254">
                  <a:moveTo>
                    <a:pt x="0" y="122428"/>
                  </a:moveTo>
                  <a:cubicBezTo>
                    <a:pt x="0" y="54483"/>
                    <a:pt x="56642" y="0"/>
                    <a:pt x="125730" y="0"/>
                  </a:cubicBezTo>
                  <a:lnTo>
                    <a:pt x="6224524" y="0"/>
                  </a:lnTo>
                  <a:lnTo>
                    <a:pt x="6224524" y="12700"/>
                  </a:lnTo>
                  <a:lnTo>
                    <a:pt x="6224524" y="0"/>
                  </a:lnTo>
                  <a:cubicBezTo>
                    <a:pt x="6293612" y="0"/>
                    <a:pt x="6350254" y="54483"/>
                    <a:pt x="6350254" y="122428"/>
                  </a:cubicBezTo>
                  <a:lnTo>
                    <a:pt x="6337554" y="122428"/>
                  </a:lnTo>
                  <a:lnTo>
                    <a:pt x="6350254" y="122428"/>
                  </a:lnTo>
                  <a:lnTo>
                    <a:pt x="6350254" y="634492"/>
                  </a:lnTo>
                  <a:lnTo>
                    <a:pt x="6337554" y="634492"/>
                  </a:lnTo>
                  <a:lnTo>
                    <a:pt x="6350254" y="634492"/>
                  </a:lnTo>
                  <a:cubicBezTo>
                    <a:pt x="6350254" y="702437"/>
                    <a:pt x="6293612" y="756920"/>
                    <a:pt x="6224524" y="756920"/>
                  </a:cubicBezTo>
                  <a:lnTo>
                    <a:pt x="6224524" y="744220"/>
                  </a:lnTo>
                  <a:lnTo>
                    <a:pt x="6224524" y="756920"/>
                  </a:lnTo>
                  <a:lnTo>
                    <a:pt x="125730" y="756920"/>
                  </a:lnTo>
                  <a:lnTo>
                    <a:pt x="125730" y="744220"/>
                  </a:lnTo>
                  <a:lnTo>
                    <a:pt x="125730" y="756920"/>
                  </a:lnTo>
                  <a:cubicBezTo>
                    <a:pt x="56642" y="756920"/>
                    <a:pt x="0" y="702437"/>
                    <a:pt x="0" y="634492"/>
                  </a:cubicBezTo>
                  <a:lnTo>
                    <a:pt x="0" y="122428"/>
                  </a:lnTo>
                  <a:lnTo>
                    <a:pt x="12700" y="122428"/>
                  </a:lnTo>
                  <a:lnTo>
                    <a:pt x="0" y="122428"/>
                  </a:lnTo>
                  <a:moveTo>
                    <a:pt x="25400" y="122428"/>
                  </a:moveTo>
                  <a:lnTo>
                    <a:pt x="25400" y="634492"/>
                  </a:lnTo>
                  <a:lnTo>
                    <a:pt x="12700" y="634492"/>
                  </a:lnTo>
                  <a:lnTo>
                    <a:pt x="25400" y="634492"/>
                  </a:lnTo>
                  <a:cubicBezTo>
                    <a:pt x="25400" y="687705"/>
                    <a:pt x="69977" y="731520"/>
                    <a:pt x="125730" y="731520"/>
                  </a:cubicBezTo>
                  <a:lnTo>
                    <a:pt x="6224524" y="731520"/>
                  </a:lnTo>
                  <a:cubicBezTo>
                    <a:pt x="6280277" y="731520"/>
                    <a:pt x="6324854" y="687705"/>
                    <a:pt x="6324854" y="634492"/>
                  </a:cubicBezTo>
                  <a:lnTo>
                    <a:pt x="6324854" y="122428"/>
                  </a:lnTo>
                  <a:cubicBezTo>
                    <a:pt x="6324854" y="69215"/>
                    <a:pt x="6280277" y="25400"/>
                    <a:pt x="6224524" y="25400"/>
                  </a:cubicBezTo>
                  <a:lnTo>
                    <a:pt x="125730" y="25400"/>
                  </a:lnTo>
                  <a:lnTo>
                    <a:pt x="125730" y="12700"/>
                  </a:lnTo>
                  <a:lnTo>
                    <a:pt x="125730" y="25400"/>
                  </a:lnTo>
                  <a:cubicBezTo>
                    <a:pt x="69977" y="25400"/>
                    <a:pt x="25400" y="69215"/>
                    <a:pt x="25400" y="122428"/>
                  </a:cubicBezTo>
                  <a:close/>
                </a:path>
              </a:pathLst>
            </a:custGeom>
            <a:solidFill>
              <a:srgbClr val="EFEAFB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12058421" y="7776972"/>
            <a:ext cx="553065" cy="553065"/>
            <a:chOff x="0" y="0"/>
            <a:chExt cx="914400" cy="91440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😊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2785369" y="7886700"/>
            <a:ext cx="3852139" cy="384048"/>
            <a:chOff x="0" y="0"/>
            <a:chExt cx="5136185" cy="512064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5136184" cy="512064"/>
            </a:xfrm>
            <a:custGeom>
              <a:avLst/>
              <a:gdLst/>
              <a:ahLst/>
              <a:cxnLst/>
              <a:rect r="r" b="b" t="t" l="l"/>
              <a:pathLst>
                <a:path h="512064" w="5136184">
                  <a:moveTo>
                    <a:pt x="0" y="0"/>
                  </a:moveTo>
                  <a:lnTo>
                    <a:pt x="5136184" y="0"/>
                  </a:lnTo>
                  <a:lnTo>
                    <a:pt x="513618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5441" r="0" b="-145441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28575"/>
              <a:ext cx="5136185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F11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Hoje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1884304" y="8494395"/>
            <a:ext cx="4762729" cy="567690"/>
            <a:chOff x="0" y="0"/>
            <a:chExt cx="6350305" cy="75692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12700" y="12700"/>
              <a:ext cx="6324854" cy="731520"/>
            </a:xfrm>
            <a:custGeom>
              <a:avLst/>
              <a:gdLst/>
              <a:ahLst/>
              <a:cxnLst/>
              <a:rect r="r" b="b" t="t" l="l"/>
              <a:pathLst>
                <a:path h="731520" w="6324854">
                  <a:moveTo>
                    <a:pt x="0" y="109728"/>
                  </a:moveTo>
                  <a:cubicBezTo>
                    <a:pt x="0" y="49149"/>
                    <a:pt x="50673" y="0"/>
                    <a:pt x="113030" y="0"/>
                  </a:cubicBezTo>
                  <a:lnTo>
                    <a:pt x="6211824" y="0"/>
                  </a:lnTo>
                  <a:cubicBezTo>
                    <a:pt x="6274308" y="0"/>
                    <a:pt x="6324854" y="49149"/>
                    <a:pt x="6324854" y="109728"/>
                  </a:cubicBezTo>
                  <a:lnTo>
                    <a:pt x="6324854" y="621792"/>
                  </a:lnTo>
                  <a:cubicBezTo>
                    <a:pt x="6324854" y="682371"/>
                    <a:pt x="6274181" y="731520"/>
                    <a:pt x="6211824" y="731520"/>
                  </a:cubicBezTo>
                  <a:lnTo>
                    <a:pt x="113030" y="731520"/>
                  </a:lnTo>
                  <a:cubicBezTo>
                    <a:pt x="50673" y="731520"/>
                    <a:pt x="0" y="682371"/>
                    <a:pt x="0" y="621792"/>
                  </a:cubicBezTo>
                  <a:close/>
                </a:path>
              </a:pathLst>
            </a:custGeom>
            <a:solidFill>
              <a:srgbClr val="EFEAFB"/>
            </a:solidFill>
          </p:spPr>
        </p:sp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6350254" cy="756920"/>
            </a:xfrm>
            <a:custGeom>
              <a:avLst/>
              <a:gdLst/>
              <a:ahLst/>
              <a:cxnLst/>
              <a:rect r="r" b="b" t="t" l="l"/>
              <a:pathLst>
                <a:path h="756920" w="6350254">
                  <a:moveTo>
                    <a:pt x="0" y="122428"/>
                  </a:moveTo>
                  <a:cubicBezTo>
                    <a:pt x="0" y="54483"/>
                    <a:pt x="56642" y="0"/>
                    <a:pt x="125730" y="0"/>
                  </a:cubicBezTo>
                  <a:lnTo>
                    <a:pt x="6224524" y="0"/>
                  </a:lnTo>
                  <a:lnTo>
                    <a:pt x="6224524" y="12700"/>
                  </a:lnTo>
                  <a:lnTo>
                    <a:pt x="6224524" y="0"/>
                  </a:lnTo>
                  <a:cubicBezTo>
                    <a:pt x="6293612" y="0"/>
                    <a:pt x="6350254" y="54483"/>
                    <a:pt x="6350254" y="122428"/>
                  </a:cubicBezTo>
                  <a:lnTo>
                    <a:pt x="6337554" y="122428"/>
                  </a:lnTo>
                  <a:lnTo>
                    <a:pt x="6350254" y="122428"/>
                  </a:lnTo>
                  <a:lnTo>
                    <a:pt x="6350254" y="634492"/>
                  </a:lnTo>
                  <a:lnTo>
                    <a:pt x="6337554" y="634492"/>
                  </a:lnTo>
                  <a:lnTo>
                    <a:pt x="6350254" y="634492"/>
                  </a:lnTo>
                  <a:cubicBezTo>
                    <a:pt x="6350254" y="702437"/>
                    <a:pt x="6293612" y="756920"/>
                    <a:pt x="6224524" y="756920"/>
                  </a:cubicBezTo>
                  <a:lnTo>
                    <a:pt x="6224524" y="744220"/>
                  </a:lnTo>
                  <a:lnTo>
                    <a:pt x="6224524" y="756920"/>
                  </a:lnTo>
                  <a:lnTo>
                    <a:pt x="125730" y="756920"/>
                  </a:lnTo>
                  <a:lnTo>
                    <a:pt x="125730" y="744220"/>
                  </a:lnTo>
                  <a:lnTo>
                    <a:pt x="125730" y="756920"/>
                  </a:lnTo>
                  <a:cubicBezTo>
                    <a:pt x="56642" y="756920"/>
                    <a:pt x="0" y="702437"/>
                    <a:pt x="0" y="634492"/>
                  </a:cubicBezTo>
                  <a:lnTo>
                    <a:pt x="0" y="122428"/>
                  </a:lnTo>
                  <a:lnTo>
                    <a:pt x="12700" y="122428"/>
                  </a:lnTo>
                  <a:lnTo>
                    <a:pt x="0" y="122428"/>
                  </a:lnTo>
                  <a:moveTo>
                    <a:pt x="25400" y="122428"/>
                  </a:moveTo>
                  <a:lnTo>
                    <a:pt x="25400" y="634492"/>
                  </a:lnTo>
                  <a:lnTo>
                    <a:pt x="12700" y="634492"/>
                  </a:lnTo>
                  <a:lnTo>
                    <a:pt x="25400" y="634492"/>
                  </a:lnTo>
                  <a:cubicBezTo>
                    <a:pt x="25400" y="687705"/>
                    <a:pt x="69977" y="731520"/>
                    <a:pt x="125730" y="731520"/>
                  </a:cubicBezTo>
                  <a:lnTo>
                    <a:pt x="6224524" y="731520"/>
                  </a:lnTo>
                  <a:cubicBezTo>
                    <a:pt x="6280277" y="731520"/>
                    <a:pt x="6324854" y="687705"/>
                    <a:pt x="6324854" y="634492"/>
                  </a:cubicBezTo>
                  <a:lnTo>
                    <a:pt x="6324854" y="122428"/>
                  </a:lnTo>
                  <a:cubicBezTo>
                    <a:pt x="6324854" y="69215"/>
                    <a:pt x="6280277" y="25400"/>
                    <a:pt x="6224524" y="25400"/>
                  </a:cubicBezTo>
                  <a:lnTo>
                    <a:pt x="125730" y="25400"/>
                  </a:lnTo>
                  <a:lnTo>
                    <a:pt x="125730" y="12700"/>
                  </a:lnTo>
                  <a:lnTo>
                    <a:pt x="125730" y="25400"/>
                  </a:lnTo>
                  <a:cubicBezTo>
                    <a:pt x="69977" y="25400"/>
                    <a:pt x="25400" y="69215"/>
                    <a:pt x="25400" y="122428"/>
                  </a:cubicBezTo>
                  <a:close/>
                </a:path>
              </a:pathLst>
            </a:custGeom>
            <a:solidFill>
              <a:srgbClr val="EFEAFB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12058421" y="8509020"/>
            <a:ext cx="553065" cy="553065"/>
            <a:chOff x="0" y="0"/>
            <a:chExt cx="914400" cy="914400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😔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2785369" y="8641080"/>
            <a:ext cx="3852139" cy="384048"/>
            <a:chOff x="0" y="0"/>
            <a:chExt cx="5136185" cy="512064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5136184" cy="512064"/>
            </a:xfrm>
            <a:custGeom>
              <a:avLst/>
              <a:gdLst/>
              <a:ahLst/>
              <a:cxnLst/>
              <a:rect r="r" b="b" t="t" l="l"/>
              <a:pathLst>
                <a:path h="512064" w="5136184">
                  <a:moveTo>
                    <a:pt x="0" y="0"/>
                  </a:moveTo>
                  <a:lnTo>
                    <a:pt x="5136184" y="0"/>
                  </a:lnTo>
                  <a:lnTo>
                    <a:pt x="513618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5441" r="0" b="-145441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28575"/>
              <a:ext cx="5136185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F11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Ontem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16915943" y="9738360"/>
            <a:ext cx="822960" cy="411480"/>
            <a:chOff x="0" y="0"/>
            <a:chExt cx="1097280" cy="54864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47625"/>
              <a:ext cx="109728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6B5B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B3F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52725" y="-2752725"/>
            <a:ext cx="6877050" cy="6877050"/>
            <a:chOff x="0" y="0"/>
            <a:chExt cx="9169400" cy="9169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3B238F">
                <a:alpha val="24706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9400" cy="9169400"/>
            </a:xfrm>
            <a:custGeom>
              <a:avLst/>
              <a:gdLst/>
              <a:ahLst/>
              <a:cxnLst/>
              <a:rect r="r" b="b" t="t" l="l"/>
              <a:pathLst>
                <a:path h="9169400" w="9169400">
                  <a:moveTo>
                    <a:pt x="0" y="4584700"/>
                  </a:moveTo>
                  <a:cubicBezTo>
                    <a:pt x="0" y="2052701"/>
                    <a:pt x="2052701" y="0"/>
                    <a:pt x="4584700" y="0"/>
                  </a:cubicBezTo>
                  <a:lnTo>
                    <a:pt x="4584700" y="12700"/>
                  </a:lnTo>
                  <a:lnTo>
                    <a:pt x="4584700" y="0"/>
                  </a:lnTo>
                  <a:cubicBezTo>
                    <a:pt x="7116699" y="0"/>
                    <a:pt x="9169400" y="2052701"/>
                    <a:pt x="9169400" y="4584700"/>
                  </a:cubicBezTo>
                  <a:lnTo>
                    <a:pt x="9156700" y="4584700"/>
                  </a:lnTo>
                  <a:lnTo>
                    <a:pt x="9169400" y="4584700"/>
                  </a:lnTo>
                  <a:cubicBezTo>
                    <a:pt x="9169400" y="7116699"/>
                    <a:pt x="7116699" y="9169400"/>
                    <a:pt x="4584700" y="9169400"/>
                  </a:cubicBezTo>
                  <a:lnTo>
                    <a:pt x="4584700" y="9156700"/>
                  </a:lnTo>
                  <a:lnTo>
                    <a:pt x="4584700" y="9169400"/>
                  </a:lnTo>
                  <a:cubicBezTo>
                    <a:pt x="2052701" y="9169400"/>
                    <a:pt x="0" y="7116699"/>
                    <a:pt x="0" y="4584700"/>
                  </a:cubicBezTo>
                  <a:lnTo>
                    <a:pt x="12700" y="4584700"/>
                  </a:lnTo>
                  <a:lnTo>
                    <a:pt x="25400" y="4584700"/>
                  </a:lnTo>
                  <a:lnTo>
                    <a:pt x="12700" y="4584700"/>
                  </a:lnTo>
                  <a:lnTo>
                    <a:pt x="0" y="4584700"/>
                  </a:lnTo>
                  <a:moveTo>
                    <a:pt x="25400" y="4584700"/>
                  </a:moveTo>
                  <a:cubicBezTo>
                    <a:pt x="25400" y="4591685"/>
                    <a:pt x="19685" y="4597400"/>
                    <a:pt x="12700" y="4597400"/>
                  </a:cubicBezTo>
                  <a:cubicBezTo>
                    <a:pt x="5715" y="4597400"/>
                    <a:pt x="0" y="4591685"/>
                    <a:pt x="0" y="4584700"/>
                  </a:cubicBezTo>
                  <a:cubicBezTo>
                    <a:pt x="0" y="4577715"/>
                    <a:pt x="5715" y="4572000"/>
                    <a:pt x="12700" y="4572000"/>
                  </a:cubicBezTo>
                  <a:cubicBezTo>
                    <a:pt x="19685" y="4572000"/>
                    <a:pt x="25400" y="4577715"/>
                    <a:pt x="25400" y="4584700"/>
                  </a:cubicBezTo>
                  <a:cubicBezTo>
                    <a:pt x="25400" y="7102729"/>
                    <a:pt x="2066671" y="9144000"/>
                    <a:pt x="4584700" y="9144000"/>
                  </a:cubicBezTo>
                  <a:cubicBezTo>
                    <a:pt x="7102729" y="9144000"/>
                    <a:pt x="9144000" y="7102729"/>
                    <a:pt x="9144000" y="4584700"/>
                  </a:cubicBezTo>
                  <a:cubicBezTo>
                    <a:pt x="9144000" y="2066671"/>
                    <a:pt x="7102729" y="25400"/>
                    <a:pt x="4584700" y="25400"/>
                  </a:cubicBezTo>
                  <a:lnTo>
                    <a:pt x="4584700" y="12700"/>
                  </a:lnTo>
                  <a:lnTo>
                    <a:pt x="4584700" y="25400"/>
                  </a:lnTo>
                  <a:cubicBezTo>
                    <a:pt x="2066671" y="25400"/>
                    <a:pt x="25400" y="2066671"/>
                    <a:pt x="25400" y="4584700"/>
                  </a:cubicBezTo>
                  <a:close/>
                </a:path>
              </a:pathLst>
            </a:custGeom>
            <a:solidFill>
              <a:srgbClr val="3B238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163218" y="6162675"/>
            <a:ext cx="6877050" cy="6877050"/>
            <a:chOff x="0" y="0"/>
            <a:chExt cx="9169400" cy="9169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8A75E8">
                <a:alpha val="8627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69400" cy="9169400"/>
            </a:xfrm>
            <a:custGeom>
              <a:avLst/>
              <a:gdLst/>
              <a:ahLst/>
              <a:cxnLst/>
              <a:rect r="r" b="b" t="t" l="l"/>
              <a:pathLst>
                <a:path h="9169400" w="9169400">
                  <a:moveTo>
                    <a:pt x="0" y="4584700"/>
                  </a:moveTo>
                  <a:cubicBezTo>
                    <a:pt x="0" y="2052701"/>
                    <a:pt x="2052701" y="0"/>
                    <a:pt x="4584700" y="0"/>
                  </a:cubicBezTo>
                  <a:lnTo>
                    <a:pt x="4584700" y="12700"/>
                  </a:lnTo>
                  <a:lnTo>
                    <a:pt x="4584700" y="0"/>
                  </a:lnTo>
                  <a:cubicBezTo>
                    <a:pt x="7116699" y="0"/>
                    <a:pt x="9169400" y="2052701"/>
                    <a:pt x="9169400" y="4584700"/>
                  </a:cubicBezTo>
                  <a:lnTo>
                    <a:pt x="9156700" y="4584700"/>
                  </a:lnTo>
                  <a:lnTo>
                    <a:pt x="9169400" y="4584700"/>
                  </a:lnTo>
                  <a:cubicBezTo>
                    <a:pt x="9169400" y="7116699"/>
                    <a:pt x="7116699" y="9169400"/>
                    <a:pt x="4584700" y="9169400"/>
                  </a:cubicBezTo>
                  <a:lnTo>
                    <a:pt x="4584700" y="9156700"/>
                  </a:lnTo>
                  <a:lnTo>
                    <a:pt x="4584700" y="9169400"/>
                  </a:lnTo>
                  <a:cubicBezTo>
                    <a:pt x="2052701" y="9169400"/>
                    <a:pt x="0" y="7116699"/>
                    <a:pt x="0" y="4584700"/>
                  </a:cubicBezTo>
                  <a:lnTo>
                    <a:pt x="12700" y="4584700"/>
                  </a:lnTo>
                  <a:lnTo>
                    <a:pt x="25400" y="4584700"/>
                  </a:lnTo>
                  <a:lnTo>
                    <a:pt x="12700" y="4584700"/>
                  </a:lnTo>
                  <a:lnTo>
                    <a:pt x="0" y="4584700"/>
                  </a:lnTo>
                  <a:moveTo>
                    <a:pt x="25400" y="4584700"/>
                  </a:moveTo>
                  <a:cubicBezTo>
                    <a:pt x="25400" y="4591685"/>
                    <a:pt x="19685" y="4597400"/>
                    <a:pt x="12700" y="4597400"/>
                  </a:cubicBezTo>
                  <a:cubicBezTo>
                    <a:pt x="5715" y="4597400"/>
                    <a:pt x="0" y="4591685"/>
                    <a:pt x="0" y="4584700"/>
                  </a:cubicBezTo>
                  <a:cubicBezTo>
                    <a:pt x="0" y="4577715"/>
                    <a:pt x="5715" y="4572000"/>
                    <a:pt x="12700" y="4572000"/>
                  </a:cubicBezTo>
                  <a:cubicBezTo>
                    <a:pt x="19685" y="4572000"/>
                    <a:pt x="25400" y="4577715"/>
                    <a:pt x="25400" y="4584700"/>
                  </a:cubicBezTo>
                  <a:cubicBezTo>
                    <a:pt x="25400" y="7102729"/>
                    <a:pt x="2066671" y="9144000"/>
                    <a:pt x="4584700" y="9144000"/>
                  </a:cubicBezTo>
                  <a:cubicBezTo>
                    <a:pt x="7102729" y="9144000"/>
                    <a:pt x="9144000" y="7102729"/>
                    <a:pt x="9144000" y="4584700"/>
                  </a:cubicBezTo>
                  <a:cubicBezTo>
                    <a:pt x="9144000" y="2066671"/>
                    <a:pt x="7102729" y="25400"/>
                    <a:pt x="4584700" y="25400"/>
                  </a:cubicBezTo>
                  <a:lnTo>
                    <a:pt x="4584700" y="12700"/>
                  </a:lnTo>
                  <a:lnTo>
                    <a:pt x="4584700" y="25400"/>
                  </a:lnTo>
                  <a:cubicBezTo>
                    <a:pt x="2066671" y="25400"/>
                    <a:pt x="25400" y="2066671"/>
                    <a:pt x="25400" y="4584700"/>
                  </a:cubicBezTo>
                  <a:close/>
                </a:path>
              </a:pathLst>
            </a:custGeom>
            <a:solidFill>
              <a:srgbClr val="8A75E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0120" y="822960"/>
            <a:ext cx="16459200" cy="1097280"/>
            <a:chOff x="0" y="0"/>
            <a:chExt cx="21945600" cy="1463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2194560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39"/>
                </a:lnSpc>
              </a:pPr>
              <a:r>
                <a:rPr lang="en-US" sz="5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Jornada do usuário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0120" y="1920240"/>
            <a:ext cx="16459200" cy="548640"/>
            <a:chOff x="0" y="0"/>
            <a:chExt cx="2194560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19456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 spc="-14">
                  <a:solidFill>
                    <a:srgbClr val="DDD4F7"/>
                  </a:solidFill>
                  <a:latin typeface="TT Rounds Condensed Italics"/>
                  <a:ea typeface="TT Rounds Condensed Italics"/>
                  <a:cs typeface="TT Rounds Condensed Italics"/>
                  <a:sym typeface="TT Rounds Condensed Italics"/>
                </a:rPr>
                <a:t>Do primeiro acesso ao bem-estar contínuo — em seis etapas.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0595" y="3007995"/>
            <a:ext cx="5450586" cy="3242310"/>
            <a:chOff x="0" y="0"/>
            <a:chExt cx="7267448" cy="4323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7242049" cy="4297680"/>
            </a:xfrm>
            <a:custGeom>
              <a:avLst/>
              <a:gdLst/>
              <a:ahLst/>
              <a:cxnLst/>
              <a:rect r="r" b="b" t="t" l="l"/>
              <a:pathLst>
                <a:path h="4297680" w="7242049">
                  <a:moveTo>
                    <a:pt x="0" y="274320"/>
                  </a:moveTo>
                  <a:cubicBezTo>
                    <a:pt x="0" y="122809"/>
                    <a:pt x="123063" y="0"/>
                    <a:pt x="274955" y="0"/>
                  </a:cubicBezTo>
                  <a:lnTo>
                    <a:pt x="6967093" y="0"/>
                  </a:lnTo>
                  <a:cubicBezTo>
                    <a:pt x="7118986" y="0"/>
                    <a:pt x="7242049" y="122809"/>
                    <a:pt x="7242049" y="274320"/>
                  </a:cubicBezTo>
                  <a:lnTo>
                    <a:pt x="7242049" y="4023360"/>
                  </a:lnTo>
                  <a:cubicBezTo>
                    <a:pt x="7242049" y="4174871"/>
                    <a:pt x="7118986" y="4297680"/>
                    <a:pt x="6967093" y="4297680"/>
                  </a:cubicBezTo>
                  <a:lnTo>
                    <a:pt x="274955" y="4297680"/>
                  </a:lnTo>
                  <a:cubicBezTo>
                    <a:pt x="123063" y="4297680"/>
                    <a:pt x="0" y="4174871"/>
                    <a:pt x="0" y="40233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267449" cy="4323080"/>
            </a:xfrm>
            <a:custGeom>
              <a:avLst/>
              <a:gdLst/>
              <a:ahLst/>
              <a:cxnLst/>
              <a:rect r="r" b="b" t="t" l="l"/>
              <a:pathLst>
                <a:path h="4323080" w="7267449">
                  <a:moveTo>
                    <a:pt x="0" y="287020"/>
                  </a:moveTo>
                  <a:cubicBezTo>
                    <a:pt x="0" y="128524"/>
                    <a:pt x="128778" y="0"/>
                    <a:pt x="287655" y="0"/>
                  </a:cubicBezTo>
                  <a:lnTo>
                    <a:pt x="6979793" y="0"/>
                  </a:lnTo>
                  <a:lnTo>
                    <a:pt x="6979793" y="12700"/>
                  </a:lnTo>
                  <a:lnTo>
                    <a:pt x="6979793" y="0"/>
                  </a:lnTo>
                  <a:cubicBezTo>
                    <a:pt x="7138670" y="0"/>
                    <a:pt x="7267449" y="128524"/>
                    <a:pt x="7267449" y="287020"/>
                  </a:cubicBezTo>
                  <a:lnTo>
                    <a:pt x="7254749" y="287020"/>
                  </a:lnTo>
                  <a:lnTo>
                    <a:pt x="7267449" y="287020"/>
                  </a:lnTo>
                  <a:lnTo>
                    <a:pt x="7267449" y="4036060"/>
                  </a:lnTo>
                  <a:lnTo>
                    <a:pt x="7254749" y="4036060"/>
                  </a:lnTo>
                  <a:lnTo>
                    <a:pt x="7267449" y="4036060"/>
                  </a:lnTo>
                  <a:cubicBezTo>
                    <a:pt x="7267449" y="4194556"/>
                    <a:pt x="7138670" y="4323080"/>
                    <a:pt x="6979793" y="4323080"/>
                  </a:cubicBezTo>
                  <a:lnTo>
                    <a:pt x="6979793" y="4310380"/>
                  </a:lnTo>
                  <a:lnTo>
                    <a:pt x="6979793" y="4323080"/>
                  </a:lnTo>
                  <a:lnTo>
                    <a:pt x="287655" y="4323080"/>
                  </a:lnTo>
                  <a:lnTo>
                    <a:pt x="287655" y="4310380"/>
                  </a:lnTo>
                  <a:lnTo>
                    <a:pt x="287655" y="4323080"/>
                  </a:lnTo>
                  <a:cubicBezTo>
                    <a:pt x="128778" y="4323080"/>
                    <a:pt x="0" y="4194556"/>
                    <a:pt x="0" y="4036060"/>
                  </a:cubicBezTo>
                  <a:lnTo>
                    <a:pt x="0" y="287020"/>
                  </a:lnTo>
                  <a:lnTo>
                    <a:pt x="12700" y="287020"/>
                  </a:lnTo>
                  <a:lnTo>
                    <a:pt x="0" y="287020"/>
                  </a:lnTo>
                  <a:moveTo>
                    <a:pt x="25400" y="287020"/>
                  </a:moveTo>
                  <a:lnTo>
                    <a:pt x="25400" y="4036060"/>
                  </a:lnTo>
                  <a:lnTo>
                    <a:pt x="12700" y="4036060"/>
                  </a:lnTo>
                  <a:lnTo>
                    <a:pt x="25400" y="4036060"/>
                  </a:lnTo>
                  <a:cubicBezTo>
                    <a:pt x="25400" y="4180459"/>
                    <a:pt x="142748" y="4297680"/>
                    <a:pt x="287655" y="4297680"/>
                  </a:cubicBezTo>
                  <a:lnTo>
                    <a:pt x="6979793" y="4297680"/>
                  </a:lnTo>
                  <a:cubicBezTo>
                    <a:pt x="7124700" y="4297680"/>
                    <a:pt x="7242049" y="4180459"/>
                    <a:pt x="7242049" y="4036060"/>
                  </a:cubicBezTo>
                  <a:lnTo>
                    <a:pt x="7242049" y="287020"/>
                  </a:lnTo>
                  <a:cubicBezTo>
                    <a:pt x="7242048" y="142621"/>
                    <a:pt x="7124700" y="25400"/>
                    <a:pt x="6979793" y="25400"/>
                  </a:cubicBezTo>
                  <a:lnTo>
                    <a:pt x="287655" y="25400"/>
                  </a:lnTo>
                  <a:lnTo>
                    <a:pt x="287655" y="12700"/>
                  </a:lnTo>
                  <a:lnTo>
                    <a:pt x="287655" y="25400"/>
                  </a:lnTo>
                  <a:cubicBezTo>
                    <a:pt x="142748" y="25400"/>
                    <a:pt x="25400" y="142621"/>
                    <a:pt x="25400" y="2870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62075" y="3419475"/>
            <a:ext cx="979170" cy="979170"/>
            <a:chOff x="0" y="0"/>
            <a:chExt cx="1305560" cy="13055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5B3FD9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lnTo>
                    <a:pt x="652780" y="12700"/>
                  </a:lnTo>
                  <a:lnTo>
                    <a:pt x="652780" y="0"/>
                  </a:lnTo>
                  <a:cubicBezTo>
                    <a:pt x="1013333" y="0"/>
                    <a:pt x="1305560" y="292227"/>
                    <a:pt x="1305560" y="652780"/>
                  </a:cubicBezTo>
                  <a:lnTo>
                    <a:pt x="1292860" y="652780"/>
                  </a:lnTo>
                  <a:lnTo>
                    <a:pt x="1305560" y="652780"/>
                  </a:lnTo>
                  <a:cubicBezTo>
                    <a:pt x="1305560" y="1013333"/>
                    <a:pt x="1013333" y="1305560"/>
                    <a:pt x="652780" y="1305560"/>
                  </a:cubicBezTo>
                  <a:lnTo>
                    <a:pt x="652780" y="1292860"/>
                  </a:lnTo>
                  <a:lnTo>
                    <a:pt x="652780" y="1305560"/>
                  </a:lnTo>
                  <a:cubicBezTo>
                    <a:pt x="292227" y="1305560"/>
                    <a:pt x="0" y="1013333"/>
                    <a:pt x="0" y="652780"/>
                  </a:cubicBezTo>
                  <a:lnTo>
                    <a:pt x="12700" y="652780"/>
                  </a:lnTo>
                  <a:lnTo>
                    <a:pt x="25400" y="652780"/>
                  </a:lnTo>
                  <a:lnTo>
                    <a:pt x="12700" y="652780"/>
                  </a:lnTo>
                  <a:lnTo>
                    <a:pt x="0" y="652780"/>
                  </a:lnTo>
                  <a:moveTo>
                    <a:pt x="25400" y="652780"/>
                  </a:moveTo>
                  <a:cubicBezTo>
                    <a:pt x="25400" y="659765"/>
                    <a:pt x="19685" y="665480"/>
                    <a:pt x="12700" y="665480"/>
                  </a:cubicBezTo>
                  <a:cubicBezTo>
                    <a:pt x="5715" y="665480"/>
                    <a:pt x="0" y="659765"/>
                    <a:pt x="0" y="652780"/>
                  </a:cubicBezTo>
                  <a:cubicBezTo>
                    <a:pt x="0" y="645795"/>
                    <a:pt x="5715" y="640080"/>
                    <a:pt x="12700" y="640080"/>
                  </a:cubicBezTo>
                  <a:cubicBezTo>
                    <a:pt x="19685" y="640080"/>
                    <a:pt x="25400" y="645795"/>
                    <a:pt x="25400" y="652780"/>
                  </a:cubicBezTo>
                  <a:cubicBezTo>
                    <a:pt x="25400" y="999236"/>
                    <a:pt x="306324" y="1280160"/>
                    <a:pt x="652780" y="1280160"/>
                  </a:cubicBezTo>
                  <a:cubicBezTo>
                    <a:pt x="999236" y="1280160"/>
                    <a:pt x="1280160" y="999236"/>
                    <a:pt x="1280160" y="652780"/>
                  </a:cubicBezTo>
                  <a:cubicBezTo>
                    <a:pt x="1280160" y="306324"/>
                    <a:pt x="999236" y="25400"/>
                    <a:pt x="652780" y="25400"/>
                  </a:cubicBezTo>
                  <a:lnTo>
                    <a:pt x="652780" y="12700"/>
                  </a:lnTo>
                  <a:lnTo>
                    <a:pt x="652780" y="25400"/>
                  </a:lnTo>
                  <a:cubicBezTo>
                    <a:pt x="306324" y="25400"/>
                    <a:pt x="25400" y="306324"/>
                    <a:pt x="25400" y="652780"/>
                  </a:cubicBezTo>
                  <a:close/>
                </a:path>
              </a:pathLst>
            </a:custGeom>
            <a:solidFill>
              <a:srgbClr val="5B3FD9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71600" y="3429000"/>
            <a:ext cx="960120" cy="960120"/>
            <a:chOff x="0" y="0"/>
            <a:chExt cx="1280160" cy="1280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280160" cy="1346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537460" y="3593592"/>
            <a:ext cx="3648456" cy="685800"/>
            <a:chOff x="0" y="0"/>
            <a:chExt cx="4864608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64608" cy="914400"/>
            </a:xfrm>
            <a:custGeom>
              <a:avLst/>
              <a:gdLst/>
              <a:ahLst/>
              <a:cxnLst/>
              <a:rect r="r" b="b" t="t" l="l"/>
              <a:pathLst>
                <a:path h="914400" w="4864608">
                  <a:moveTo>
                    <a:pt x="0" y="0"/>
                  </a:moveTo>
                  <a:lnTo>
                    <a:pt x="4864608" y="0"/>
                  </a:lnTo>
                  <a:lnTo>
                    <a:pt x="4864608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660" r="0" b="-5366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4864608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11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Cadastro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71600" y="4594860"/>
            <a:ext cx="4608576" cy="1303020"/>
            <a:chOff x="0" y="0"/>
            <a:chExt cx="6144768" cy="1737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144768" cy="1737360"/>
            </a:xfrm>
            <a:custGeom>
              <a:avLst/>
              <a:gdLst/>
              <a:ahLst/>
              <a:cxnLst/>
              <a:rect r="r" b="b" t="t" l="l"/>
              <a:pathLst>
                <a:path h="1737360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15" r="0" b="-1891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144768" cy="1775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5B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Cria conta gratuita em menos de 30 segundos. Sem cartão de crédito.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656451" y="3007995"/>
            <a:ext cx="5450586" cy="3242310"/>
            <a:chOff x="0" y="0"/>
            <a:chExt cx="7267448" cy="43230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2700" y="12700"/>
              <a:ext cx="7242049" cy="4297680"/>
            </a:xfrm>
            <a:custGeom>
              <a:avLst/>
              <a:gdLst/>
              <a:ahLst/>
              <a:cxnLst/>
              <a:rect r="r" b="b" t="t" l="l"/>
              <a:pathLst>
                <a:path h="4297680" w="7242049">
                  <a:moveTo>
                    <a:pt x="0" y="274320"/>
                  </a:moveTo>
                  <a:cubicBezTo>
                    <a:pt x="0" y="122809"/>
                    <a:pt x="123063" y="0"/>
                    <a:pt x="274955" y="0"/>
                  </a:cubicBezTo>
                  <a:lnTo>
                    <a:pt x="6967093" y="0"/>
                  </a:lnTo>
                  <a:cubicBezTo>
                    <a:pt x="7118986" y="0"/>
                    <a:pt x="7242049" y="122809"/>
                    <a:pt x="7242049" y="274320"/>
                  </a:cubicBezTo>
                  <a:lnTo>
                    <a:pt x="7242049" y="4023360"/>
                  </a:lnTo>
                  <a:cubicBezTo>
                    <a:pt x="7242049" y="4174871"/>
                    <a:pt x="7118986" y="4297680"/>
                    <a:pt x="6967093" y="4297680"/>
                  </a:cubicBezTo>
                  <a:lnTo>
                    <a:pt x="274955" y="4297680"/>
                  </a:lnTo>
                  <a:cubicBezTo>
                    <a:pt x="123063" y="4297680"/>
                    <a:pt x="0" y="4174871"/>
                    <a:pt x="0" y="40233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267449" cy="4323080"/>
            </a:xfrm>
            <a:custGeom>
              <a:avLst/>
              <a:gdLst/>
              <a:ahLst/>
              <a:cxnLst/>
              <a:rect r="r" b="b" t="t" l="l"/>
              <a:pathLst>
                <a:path h="4323080" w="7267449">
                  <a:moveTo>
                    <a:pt x="0" y="287020"/>
                  </a:moveTo>
                  <a:cubicBezTo>
                    <a:pt x="0" y="128524"/>
                    <a:pt x="128778" y="0"/>
                    <a:pt x="287655" y="0"/>
                  </a:cubicBezTo>
                  <a:lnTo>
                    <a:pt x="6979793" y="0"/>
                  </a:lnTo>
                  <a:lnTo>
                    <a:pt x="6979793" y="12700"/>
                  </a:lnTo>
                  <a:lnTo>
                    <a:pt x="6979793" y="0"/>
                  </a:lnTo>
                  <a:cubicBezTo>
                    <a:pt x="7138670" y="0"/>
                    <a:pt x="7267449" y="128524"/>
                    <a:pt x="7267449" y="287020"/>
                  </a:cubicBezTo>
                  <a:lnTo>
                    <a:pt x="7254749" y="287020"/>
                  </a:lnTo>
                  <a:lnTo>
                    <a:pt x="7267449" y="287020"/>
                  </a:lnTo>
                  <a:lnTo>
                    <a:pt x="7267449" y="4036060"/>
                  </a:lnTo>
                  <a:lnTo>
                    <a:pt x="7254749" y="4036060"/>
                  </a:lnTo>
                  <a:lnTo>
                    <a:pt x="7267449" y="4036060"/>
                  </a:lnTo>
                  <a:cubicBezTo>
                    <a:pt x="7267449" y="4194556"/>
                    <a:pt x="7138670" y="4323080"/>
                    <a:pt x="6979793" y="4323080"/>
                  </a:cubicBezTo>
                  <a:lnTo>
                    <a:pt x="6979793" y="4310380"/>
                  </a:lnTo>
                  <a:lnTo>
                    <a:pt x="6979793" y="4323080"/>
                  </a:lnTo>
                  <a:lnTo>
                    <a:pt x="287655" y="4323080"/>
                  </a:lnTo>
                  <a:lnTo>
                    <a:pt x="287655" y="4310380"/>
                  </a:lnTo>
                  <a:lnTo>
                    <a:pt x="287655" y="4323080"/>
                  </a:lnTo>
                  <a:cubicBezTo>
                    <a:pt x="128778" y="4323080"/>
                    <a:pt x="0" y="4194556"/>
                    <a:pt x="0" y="4036060"/>
                  </a:cubicBezTo>
                  <a:lnTo>
                    <a:pt x="0" y="287020"/>
                  </a:lnTo>
                  <a:lnTo>
                    <a:pt x="12700" y="287020"/>
                  </a:lnTo>
                  <a:lnTo>
                    <a:pt x="0" y="287020"/>
                  </a:lnTo>
                  <a:moveTo>
                    <a:pt x="25400" y="287020"/>
                  </a:moveTo>
                  <a:lnTo>
                    <a:pt x="25400" y="4036060"/>
                  </a:lnTo>
                  <a:lnTo>
                    <a:pt x="12700" y="4036060"/>
                  </a:lnTo>
                  <a:lnTo>
                    <a:pt x="25400" y="4036060"/>
                  </a:lnTo>
                  <a:cubicBezTo>
                    <a:pt x="25400" y="4180459"/>
                    <a:pt x="142748" y="4297680"/>
                    <a:pt x="287655" y="4297680"/>
                  </a:cubicBezTo>
                  <a:lnTo>
                    <a:pt x="6979793" y="4297680"/>
                  </a:lnTo>
                  <a:cubicBezTo>
                    <a:pt x="7124700" y="4297680"/>
                    <a:pt x="7242049" y="4180459"/>
                    <a:pt x="7242049" y="4036060"/>
                  </a:cubicBezTo>
                  <a:lnTo>
                    <a:pt x="7242049" y="287020"/>
                  </a:lnTo>
                  <a:cubicBezTo>
                    <a:pt x="7242048" y="142621"/>
                    <a:pt x="7124700" y="25400"/>
                    <a:pt x="6979793" y="25400"/>
                  </a:cubicBezTo>
                  <a:lnTo>
                    <a:pt x="287655" y="25400"/>
                  </a:lnTo>
                  <a:lnTo>
                    <a:pt x="287655" y="12700"/>
                  </a:lnTo>
                  <a:lnTo>
                    <a:pt x="287655" y="25400"/>
                  </a:lnTo>
                  <a:cubicBezTo>
                    <a:pt x="142748" y="25400"/>
                    <a:pt x="25400" y="142621"/>
                    <a:pt x="25400" y="2870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067931" y="3419475"/>
            <a:ext cx="979170" cy="979170"/>
            <a:chOff x="0" y="0"/>
            <a:chExt cx="1305560" cy="13055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2700" y="1270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5B3FD9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lnTo>
                    <a:pt x="652780" y="12700"/>
                  </a:lnTo>
                  <a:lnTo>
                    <a:pt x="652780" y="0"/>
                  </a:lnTo>
                  <a:cubicBezTo>
                    <a:pt x="1013333" y="0"/>
                    <a:pt x="1305560" y="292227"/>
                    <a:pt x="1305560" y="652780"/>
                  </a:cubicBezTo>
                  <a:lnTo>
                    <a:pt x="1292860" y="652780"/>
                  </a:lnTo>
                  <a:lnTo>
                    <a:pt x="1305560" y="652780"/>
                  </a:lnTo>
                  <a:cubicBezTo>
                    <a:pt x="1305560" y="1013333"/>
                    <a:pt x="1013333" y="1305560"/>
                    <a:pt x="652780" y="1305560"/>
                  </a:cubicBezTo>
                  <a:lnTo>
                    <a:pt x="652780" y="1292860"/>
                  </a:lnTo>
                  <a:lnTo>
                    <a:pt x="652780" y="1305560"/>
                  </a:lnTo>
                  <a:cubicBezTo>
                    <a:pt x="292227" y="1305560"/>
                    <a:pt x="0" y="1013333"/>
                    <a:pt x="0" y="652780"/>
                  </a:cubicBezTo>
                  <a:lnTo>
                    <a:pt x="12700" y="652780"/>
                  </a:lnTo>
                  <a:lnTo>
                    <a:pt x="25400" y="652780"/>
                  </a:lnTo>
                  <a:lnTo>
                    <a:pt x="12700" y="652780"/>
                  </a:lnTo>
                  <a:lnTo>
                    <a:pt x="0" y="652780"/>
                  </a:lnTo>
                  <a:moveTo>
                    <a:pt x="25400" y="652780"/>
                  </a:moveTo>
                  <a:cubicBezTo>
                    <a:pt x="25400" y="659765"/>
                    <a:pt x="19685" y="665480"/>
                    <a:pt x="12700" y="665480"/>
                  </a:cubicBezTo>
                  <a:cubicBezTo>
                    <a:pt x="5715" y="665480"/>
                    <a:pt x="0" y="659765"/>
                    <a:pt x="0" y="652780"/>
                  </a:cubicBezTo>
                  <a:cubicBezTo>
                    <a:pt x="0" y="645795"/>
                    <a:pt x="5715" y="640080"/>
                    <a:pt x="12700" y="640080"/>
                  </a:cubicBezTo>
                  <a:cubicBezTo>
                    <a:pt x="19685" y="640080"/>
                    <a:pt x="25400" y="645795"/>
                    <a:pt x="25400" y="652780"/>
                  </a:cubicBezTo>
                  <a:cubicBezTo>
                    <a:pt x="25400" y="999236"/>
                    <a:pt x="306324" y="1280160"/>
                    <a:pt x="652780" y="1280160"/>
                  </a:cubicBezTo>
                  <a:cubicBezTo>
                    <a:pt x="999236" y="1280160"/>
                    <a:pt x="1280160" y="999236"/>
                    <a:pt x="1280160" y="652780"/>
                  </a:cubicBezTo>
                  <a:cubicBezTo>
                    <a:pt x="1280160" y="306324"/>
                    <a:pt x="999236" y="25400"/>
                    <a:pt x="652780" y="25400"/>
                  </a:cubicBezTo>
                  <a:lnTo>
                    <a:pt x="652780" y="12700"/>
                  </a:lnTo>
                  <a:lnTo>
                    <a:pt x="652780" y="25400"/>
                  </a:lnTo>
                  <a:cubicBezTo>
                    <a:pt x="306324" y="25400"/>
                    <a:pt x="25400" y="306324"/>
                    <a:pt x="25400" y="652780"/>
                  </a:cubicBezTo>
                  <a:close/>
                </a:path>
              </a:pathLst>
            </a:custGeom>
            <a:solidFill>
              <a:srgbClr val="5B3FD9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077456" y="3429000"/>
            <a:ext cx="960120" cy="960120"/>
            <a:chOff x="0" y="0"/>
            <a:chExt cx="1280160" cy="12801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1280160" cy="1346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243316" y="3593592"/>
            <a:ext cx="3648456" cy="685800"/>
            <a:chOff x="0" y="0"/>
            <a:chExt cx="4864608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864608" cy="914400"/>
            </a:xfrm>
            <a:custGeom>
              <a:avLst/>
              <a:gdLst/>
              <a:ahLst/>
              <a:cxnLst/>
              <a:rect r="r" b="b" t="t" l="l"/>
              <a:pathLst>
                <a:path h="914400" w="4864608">
                  <a:moveTo>
                    <a:pt x="0" y="0"/>
                  </a:moveTo>
                  <a:lnTo>
                    <a:pt x="4864608" y="0"/>
                  </a:lnTo>
                  <a:lnTo>
                    <a:pt x="4864608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660" r="0" b="-5366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4864608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11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Check-in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077456" y="4594860"/>
            <a:ext cx="4608576" cy="1303020"/>
            <a:chOff x="0" y="0"/>
            <a:chExt cx="6144768" cy="17373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144768" cy="1737360"/>
            </a:xfrm>
            <a:custGeom>
              <a:avLst/>
              <a:gdLst/>
              <a:ahLst/>
              <a:cxnLst/>
              <a:rect r="r" b="b" t="t" l="l"/>
              <a:pathLst>
                <a:path h="1737360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15" r="0" b="-1891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6144768" cy="1775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5B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Registra como está se sentindo no momento — rápido, em poucos toques.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362307" y="3007995"/>
            <a:ext cx="5450586" cy="3242310"/>
            <a:chOff x="0" y="0"/>
            <a:chExt cx="7267448" cy="43230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2700" y="12700"/>
              <a:ext cx="7242049" cy="4297680"/>
            </a:xfrm>
            <a:custGeom>
              <a:avLst/>
              <a:gdLst/>
              <a:ahLst/>
              <a:cxnLst/>
              <a:rect r="r" b="b" t="t" l="l"/>
              <a:pathLst>
                <a:path h="4297680" w="7242049">
                  <a:moveTo>
                    <a:pt x="0" y="274320"/>
                  </a:moveTo>
                  <a:cubicBezTo>
                    <a:pt x="0" y="122809"/>
                    <a:pt x="123063" y="0"/>
                    <a:pt x="274955" y="0"/>
                  </a:cubicBezTo>
                  <a:lnTo>
                    <a:pt x="6967093" y="0"/>
                  </a:lnTo>
                  <a:cubicBezTo>
                    <a:pt x="7118986" y="0"/>
                    <a:pt x="7242049" y="122809"/>
                    <a:pt x="7242049" y="274320"/>
                  </a:cubicBezTo>
                  <a:lnTo>
                    <a:pt x="7242049" y="4023360"/>
                  </a:lnTo>
                  <a:cubicBezTo>
                    <a:pt x="7242049" y="4174871"/>
                    <a:pt x="7118986" y="4297680"/>
                    <a:pt x="6967093" y="4297680"/>
                  </a:cubicBezTo>
                  <a:lnTo>
                    <a:pt x="274955" y="4297680"/>
                  </a:lnTo>
                  <a:cubicBezTo>
                    <a:pt x="123063" y="4297680"/>
                    <a:pt x="0" y="4174871"/>
                    <a:pt x="0" y="40233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267449" cy="4323080"/>
            </a:xfrm>
            <a:custGeom>
              <a:avLst/>
              <a:gdLst/>
              <a:ahLst/>
              <a:cxnLst/>
              <a:rect r="r" b="b" t="t" l="l"/>
              <a:pathLst>
                <a:path h="4323080" w="7267449">
                  <a:moveTo>
                    <a:pt x="0" y="287020"/>
                  </a:moveTo>
                  <a:cubicBezTo>
                    <a:pt x="0" y="128524"/>
                    <a:pt x="128778" y="0"/>
                    <a:pt x="287655" y="0"/>
                  </a:cubicBezTo>
                  <a:lnTo>
                    <a:pt x="6979793" y="0"/>
                  </a:lnTo>
                  <a:lnTo>
                    <a:pt x="6979793" y="12700"/>
                  </a:lnTo>
                  <a:lnTo>
                    <a:pt x="6979793" y="0"/>
                  </a:lnTo>
                  <a:cubicBezTo>
                    <a:pt x="7138670" y="0"/>
                    <a:pt x="7267449" y="128524"/>
                    <a:pt x="7267449" y="287020"/>
                  </a:cubicBezTo>
                  <a:lnTo>
                    <a:pt x="7254749" y="287020"/>
                  </a:lnTo>
                  <a:lnTo>
                    <a:pt x="7267449" y="287020"/>
                  </a:lnTo>
                  <a:lnTo>
                    <a:pt x="7267449" y="4036060"/>
                  </a:lnTo>
                  <a:lnTo>
                    <a:pt x="7254749" y="4036060"/>
                  </a:lnTo>
                  <a:lnTo>
                    <a:pt x="7267449" y="4036060"/>
                  </a:lnTo>
                  <a:cubicBezTo>
                    <a:pt x="7267449" y="4194556"/>
                    <a:pt x="7138670" y="4323080"/>
                    <a:pt x="6979793" y="4323080"/>
                  </a:cubicBezTo>
                  <a:lnTo>
                    <a:pt x="6979793" y="4310380"/>
                  </a:lnTo>
                  <a:lnTo>
                    <a:pt x="6979793" y="4323080"/>
                  </a:lnTo>
                  <a:lnTo>
                    <a:pt x="287655" y="4323080"/>
                  </a:lnTo>
                  <a:lnTo>
                    <a:pt x="287655" y="4310380"/>
                  </a:lnTo>
                  <a:lnTo>
                    <a:pt x="287655" y="4323080"/>
                  </a:lnTo>
                  <a:cubicBezTo>
                    <a:pt x="128778" y="4323080"/>
                    <a:pt x="0" y="4194556"/>
                    <a:pt x="0" y="4036060"/>
                  </a:cubicBezTo>
                  <a:lnTo>
                    <a:pt x="0" y="287020"/>
                  </a:lnTo>
                  <a:lnTo>
                    <a:pt x="12700" y="287020"/>
                  </a:lnTo>
                  <a:lnTo>
                    <a:pt x="0" y="287020"/>
                  </a:lnTo>
                  <a:moveTo>
                    <a:pt x="25400" y="287020"/>
                  </a:moveTo>
                  <a:lnTo>
                    <a:pt x="25400" y="4036060"/>
                  </a:lnTo>
                  <a:lnTo>
                    <a:pt x="12700" y="4036060"/>
                  </a:lnTo>
                  <a:lnTo>
                    <a:pt x="25400" y="4036060"/>
                  </a:lnTo>
                  <a:cubicBezTo>
                    <a:pt x="25400" y="4180459"/>
                    <a:pt x="142748" y="4297680"/>
                    <a:pt x="287655" y="4297680"/>
                  </a:cubicBezTo>
                  <a:lnTo>
                    <a:pt x="6979793" y="4297680"/>
                  </a:lnTo>
                  <a:cubicBezTo>
                    <a:pt x="7124700" y="4297680"/>
                    <a:pt x="7242049" y="4180459"/>
                    <a:pt x="7242049" y="4036060"/>
                  </a:cubicBezTo>
                  <a:lnTo>
                    <a:pt x="7242049" y="287020"/>
                  </a:lnTo>
                  <a:cubicBezTo>
                    <a:pt x="7242048" y="142621"/>
                    <a:pt x="7124700" y="25400"/>
                    <a:pt x="6979793" y="25400"/>
                  </a:cubicBezTo>
                  <a:lnTo>
                    <a:pt x="287655" y="25400"/>
                  </a:lnTo>
                  <a:lnTo>
                    <a:pt x="287655" y="12700"/>
                  </a:lnTo>
                  <a:lnTo>
                    <a:pt x="287655" y="25400"/>
                  </a:lnTo>
                  <a:cubicBezTo>
                    <a:pt x="142748" y="25400"/>
                    <a:pt x="25400" y="142621"/>
                    <a:pt x="25400" y="2870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773787" y="3419475"/>
            <a:ext cx="979170" cy="979170"/>
            <a:chOff x="0" y="0"/>
            <a:chExt cx="1305560" cy="13055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2700" y="1270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5B3FD9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lnTo>
                    <a:pt x="652780" y="12700"/>
                  </a:lnTo>
                  <a:lnTo>
                    <a:pt x="652780" y="0"/>
                  </a:lnTo>
                  <a:cubicBezTo>
                    <a:pt x="1013333" y="0"/>
                    <a:pt x="1305560" y="292227"/>
                    <a:pt x="1305560" y="652780"/>
                  </a:cubicBezTo>
                  <a:lnTo>
                    <a:pt x="1292860" y="652780"/>
                  </a:lnTo>
                  <a:lnTo>
                    <a:pt x="1305560" y="652780"/>
                  </a:lnTo>
                  <a:cubicBezTo>
                    <a:pt x="1305560" y="1013333"/>
                    <a:pt x="1013333" y="1305560"/>
                    <a:pt x="652780" y="1305560"/>
                  </a:cubicBezTo>
                  <a:lnTo>
                    <a:pt x="652780" y="1292860"/>
                  </a:lnTo>
                  <a:lnTo>
                    <a:pt x="652780" y="1305560"/>
                  </a:lnTo>
                  <a:cubicBezTo>
                    <a:pt x="292227" y="1305560"/>
                    <a:pt x="0" y="1013333"/>
                    <a:pt x="0" y="652780"/>
                  </a:cubicBezTo>
                  <a:lnTo>
                    <a:pt x="12700" y="652780"/>
                  </a:lnTo>
                  <a:lnTo>
                    <a:pt x="25400" y="652780"/>
                  </a:lnTo>
                  <a:lnTo>
                    <a:pt x="12700" y="652780"/>
                  </a:lnTo>
                  <a:lnTo>
                    <a:pt x="0" y="652780"/>
                  </a:lnTo>
                  <a:moveTo>
                    <a:pt x="25400" y="652780"/>
                  </a:moveTo>
                  <a:cubicBezTo>
                    <a:pt x="25400" y="659765"/>
                    <a:pt x="19685" y="665480"/>
                    <a:pt x="12700" y="665480"/>
                  </a:cubicBezTo>
                  <a:cubicBezTo>
                    <a:pt x="5715" y="665480"/>
                    <a:pt x="0" y="659765"/>
                    <a:pt x="0" y="652780"/>
                  </a:cubicBezTo>
                  <a:cubicBezTo>
                    <a:pt x="0" y="645795"/>
                    <a:pt x="5715" y="640080"/>
                    <a:pt x="12700" y="640080"/>
                  </a:cubicBezTo>
                  <a:cubicBezTo>
                    <a:pt x="19685" y="640080"/>
                    <a:pt x="25400" y="645795"/>
                    <a:pt x="25400" y="652780"/>
                  </a:cubicBezTo>
                  <a:cubicBezTo>
                    <a:pt x="25400" y="999236"/>
                    <a:pt x="306324" y="1280160"/>
                    <a:pt x="652780" y="1280160"/>
                  </a:cubicBezTo>
                  <a:cubicBezTo>
                    <a:pt x="999236" y="1280160"/>
                    <a:pt x="1280160" y="999236"/>
                    <a:pt x="1280160" y="652780"/>
                  </a:cubicBezTo>
                  <a:cubicBezTo>
                    <a:pt x="1280160" y="306324"/>
                    <a:pt x="999236" y="25400"/>
                    <a:pt x="652780" y="25400"/>
                  </a:cubicBezTo>
                  <a:lnTo>
                    <a:pt x="652780" y="12700"/>
                  </a:lnTo>
                  <a:lnTo>
                    <a:pt x="652780" y="25400"/>
                  </a:lnTo>
                  <a:cubicBezTo>
                    <a:pt x="306324" y="25400"/>
                    <a:pt x="25400" y="306324"/>
                    <a:pt x="25400" y="652780"/>
                  </a:cubicBezTo>
                  <a:close/>
                </a:path>
              </a:pathLst>
            </a:custGeom>
            <a:solidFill>
              <a:srgbClr val="5B3FD9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783312" y="3429000"/>
            <a:ext cx="960120" cy="960120"/>
            <a:chOff x="0" y="0"/>
            <a:chExt cx="1280160" cy="12801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66675"/>
              <a:ext cx="1280160" cy="1346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949172" y="3593592"/>
            <a:ext cx="3648456" cy="685800"/>
            <a:chOff x="0" y="0"/>
            <a:chExt cx="4864608" cy="9144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864608" cy="914400"/>
            </a:xfrm>
            <a:custGeom>
              <a:avLst/>
              <a:gdLst/>
              <a:ahLst/>
              <a:cxnLst/>
              <a:rect r="r" b="b" t="t" l="l"/>
              <a:pathLst>
                <a:path h="914400" w="4864608">
                  <a:moveTo>
                    <a:pt x="0" y="0"/>
                  </a:moveTo>
                  <a:lnTo>
                    <a:pt x="4864608" y="0"/>
                  </a:lnTo>
                  <a:lnTo>
                    <a:pt x="4864608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660" r="0" b="-5366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4864608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11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Diário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783312" y="4594860"/>
            <a:ext cx="4608576" cy="1303020"/>
            <a:chOff x="0" y="0"/>
            <a:chExt cx="6144768" cy="17373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144768" cy="1737360"/>
            </a:xfrm>
            <a:custGeom>
              <a:avLst/>
              <a:gdLst/>
              <a:ahLst/>
              <a:cxnLst/>
              <a:rect r="r" b="b" t="t" l="l"/>
              <a:pathLst>
                <a:path h="1737360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15" r="0" b="-1891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6144768" cy="1775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5B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Escreve sobre o dia ou um pensamento. A IA identifica padrões emocionais.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50595" y="6505575"/>
            <a:ext cx="5450586" cy="3242310"/>
            <a:chOff x="0" y="0"/>
            <a:chExt cx="7267448" cy="43230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2700" y="12700"/>
              <a:ext cx="7242049" cy="4297680"/>
            </a:xfrm>
            <a:custGeom>
              <a:avLst/>
              <a:gdLst/>
              <a:ahLst/>
              <a:cxnLst/>
              <a:rect r="r" b="b" t="t" l="l"/>
              <a:pathLst>
                <a:path h="4297680" w="7242049">
                  <a:moveTo>
                    <a:pt x="0" y="274320"/>
                  </a:moveTo>
                  <a:cubicBezTo>
                    <a:pt x="0" y="122809"/>
                    <a:pt x="123063" y="0"/>
                    <a:pt x="274955" y="0"/>
                  </a:cubicBezTo>
                  <a:lnTo>
                    <a:pt x="6967093" y="0"/>
                  </a:lnTo>
                  <a:cubicBezTo>
                    <a:pt x="7118986" y="0"/>
                    <a:pt x="7242049" y="122809"/>
                    <a:pt x="7242049" y="274320"/>
                  </a:cubicBezTo>
                  <a:lnTo>
                    <a:pt x="7242049" y="4023360"/>
                  </a:lnTo>
                  <a:cubicBezTo>
                    <a:pt x="7242049" y="4174871"/>
                    <a:pt x="7118986" y="4297680"/>
                    <a:pt x="6967093" y="4297680"/>
                  </a:cubicBezTo>
                  <a:lnTo>
                    <a:pt x="274955" y="4297680"/>
                  </a:lnTo>
                  <a:cubicBezTo>
                    <a:pt x="123063" y="4297680"/>
                    <a:pt x="0" y="4174871"/>
                    <a:pt x="0" y="40233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267449" cy="4323080"/>
            </a:xfrm>
            <a:custGeom>
              <a:avLst/>
              <a:gdLst/>
              <a:ahLst/>
              <a:cxnLst/>
              <a:rect r="r" b="b" t="t" l="l"/>
              <a:pathLst>
                <a:path h="4323080" w="7267449">
                  <a:moveTo>
                    <a:pt x="0" y="287020"/>
                  </a:moveTo>
                  <a:cubicBezTo>
                    <a:pt x="0" y="128524"/>
                    <a:pt x="128778" y="0"/>
                    <a:pt x="287655" y="0"/>
                  </a:cubicBezTo>
                  <a:lnTo>
                    <a:pt x="6979793" y="0"/>
                  </a:lnTo>
                  <a:lnTo>
                    <a:pt x="6979793" y="12700"/>
                  </a:lnTo>
                  <a:lnTo>
                    <a:pt x="6979793" y="0"/>
                  </a:lnTo>
                  <a:cubicBezTo>
                    <a:pt x="7138670" y="0"/>
                    <a:pt x="7267449" y="128524"/>
                    <a:pt x="7267449" y="287020"/>
                  </a:cubicBezTo>
                  <a:lnTo>
                    <a:pt x="7254749" y="287020"/>
                  </a:lnTo>
                  <a:lnTo>
                    <a:pt x="7267449" y="287020"/>
                  </a:lnTo>
                  <a:lnTo>
                    <a:pt x="7267449" y="4036060"/>
                  </a:lnTo>
                  <a:lnTo>
                    <a:pt x="7254749" y="4036060"/>
                  </a:lnTo>
                  <a:lnTo>
                    <a:pt x="7267449" y="4036060"/>
                  </a:lnTo>
                  <a:cubicBezTo>
                    <a:pt x="7267449" y="4194556"/>
                    <a:pt x="7138670" y="4323080"/>
                    <a:pt x="6979793" y="4323080"/>
                  </a:cubicBezTo>
                  <a:lnTo>
                    <a:pt x="6979793" y="4310380"/>
                  </a:lnTo>
                  <a:lnTo>
                    <a:pt x="6979793" y="4323080"/>
                  </a:lnTo>
                  <a:lnTo>
                    <a:pt x="287655" y="4323080"/>
                  </a:lnTo>
                  <a:lnTo>
                    <a:pt x="287655" y="4310380"/>
                  </a:lnTo>
                  <a:lnTo>
                    <a:pt x="287655" y="4323080"/>
                  </a:lnTo>
                  <a:cubicBezTo>
                    <a:pt x="128778" y="4323080"/>
                    <a:pt x="0" y="4194556"/>
                    <a:pt x="0" y="4036060"/>
                  </a:cubicBezTo>
                  <a:lnTo>
                    <a:pt x="0" y="287020"/>
                  </a:lnTo>
                  <a:lnTo>
                    <a:pt x="12700" y="287020"/>
                  </a:lnTo>
                  <a:lnTo>
                    <a:pt x="0" y="287020"/>
                  </a:lnTo>
                  <a:moveTo>
                    <a:pt x="25400" y="287020"/>
                  </a:moveTo>
                  <a:lnTo>
                    <a:pt x="25400" y="4036060"/>
                  </a:lnTo>
                  <a:lnTo>
                    <a:pt x="12700" y="4036060"/>
                  </a:lnTo>
                  <a:lnTo>
                    <a:pt x="25400" y="4036060"/>
                  </a:lnTo>
                  <a:cubicBezTo>
                    <a:pt x="25400" y="4180459"/>
                    <a:pt x="142748" y="4297680"/>
                    <a:pt x="287655" y="4297680"/>
                  </a:cubicBezTo>
                  <a:lnTo>
                    <a:pt x="6979793" y="4297680"/>
                  </a:lnTo>
                  <a:cubicBezTo>
                    <a:pt x="7124700" y="4297680"/>
                    <a:pt x="7242049" y="4180459"/>
                    <a:pt x="7242049" y="4036060"/>
                  </a:cubicBezTo>
                  <a:lnTo>
                    <a:pt x="7242049" y="287020"/>
                  </a:lnTo>
                  <a:cubicBezTo>
                    <a:pt x="7242048" y="142621"/>
                    <a:pt x="7124700" y="25400"/>
                    <a:pt x="6979793" y="25400"/>
                  </a:cubicBezTo>
                  <a:lnTo>
                    <a:pt x="287655" y="25400"/>
                  </a:lnTo>
                  <a:lnTo>
                    <a:pt x="287655" y="12700"/>
                  </a:lnTo>
                  <a:lnTo>
                    <a:pt x="287655" y="25400"/>
                  </a:lnTo>
                  <a:cubicBezTo>
                    <a:pt x="142748" y="25400"/>
                    <a:pt x="25400" y="142621"/>
                    <a:pt x="25400" y="2870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362075" y="6917055"/>
            <a:ext cx="979170" cy="979170"/>
            <a:chOff x="0" y="0"/>
            <a:chExt cx="1305560" cy="13055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2700" y="1270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5B3FD9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lnTo>
                    <a:pt x="652780" y="12700"/>
                  </a:lnTo>
                  <a:lnTo>
                    <a:pt x="652780" y="0"/>
                  </a:lnTo>
                  <a:cubicBezTo>
                    <a:pt x="1013333" y="0"/>
                    <a:pt x="1305560" y="292227"/>
                    <a:pt x="1305560" y="652780"/>
                  </a:cubicBezTo>
                  <a:lnTo>
                    <a:pt x="1292860" y="652780"/>
                  </a:lnTo>
                  <a:lnTo>
                    <a:pt x="1305560" y="652780"/>
                  </a:lnTo>
                  <a:cubicBezTo>
                    <a:pt x="1305560" y="1013333"/>
                    <a:pt x="1013333" y="1305560"/>
                    <a:pt x="652780" y="1305560"/>
                  </a:cubicBezTo>
                  <a:lnTo>
                    <a:pt x="652780" y="1292860"/>
                  </a:lnTo>
                  <a:lnTo>
                    <a:pt x="652780" y="1305560"/>
                  </a:lnTo>
                  <a:cubicBezTo>
                    <a:pt x="292227" y="1305560"/>
                    <a:pt x="0" y="1013333"/>
                    <a:pt x="0" y="652780"/>
                  </a:cubicBezTo>
                  <a:lnTo>
                    <a:pt x="12700" y="652780"/>
                  </a:lnTo>
                  <a:lnTo>
                    <a:pt x="25400" y="652780"/>
                  </a:lnTo>
                  <a:lnTo>
                    <a:pt x="12700" y="652780"/>
                  </a:lnTo>
                  <a:lnTo>
                    <a:pt x="0" y="652780"/>
                  </a:lnTo>
                  <a:moveTo>
                    <a:pt x="25400" y="652780"/>
                  </a:moveTo>
                  <a:cubicBezTo>
                    <a:pt x="25400" y="659765"/>
                    <a:pt x="19685" y="665480"/>
                    <a:pt x="12700" y="665480"/>
                  </a:cubicBezTo>
                  <a:cubicBezTo>
                    <a:pt x="5715" y="665480"/>
                    <a:pt x="0" y="659765"/>
                    <a:pt x="0" y="652780"/>
                  </a:cubicBezTo>
                  <a:cubicBezTo>
                    <a:pt x="0" y="645795"/>
                    <a:pt x="5715" y="640080"/>
                    <a:pt x="12700" y="640080"/>
                  </a:cubicBezTo>
                  <a:cubicBezTo>
                    <a:pt x="19685" y="640080"/>
                    <a:pt x="25400" y="645795"/>
                    <a:pt x="25400" y="652780"/>
                  </a:cubicBezTo>
                  <a:cubicBezTo>
                    <a:pt x="25400" y="999236"/>
                    <a:pt x="306324" y="1280160"/>
                    <a:pt x="652780" y="1280160"/>
                  </a:cubicBezTo>
                  <a:cubicBezTo>
                    <a:pt x="999236" y="1280160"/>
                    <a:pt x="1280160" y="999236"/>
                    <a:pt x="1280160" y="652780"/>
                  </a:cubicBezTo>
                  <a:cubicBezTo>
                    <a:pt x="1280160" y="306324"/>
                    <a:pt x="999236" y="25400"/>
                    <a:pt x="652780" y="25400"/>
                  </a:cubicBezTo>
                  <a:lnTo>
                    <a:pt x="652780" y="12700"/>
                  </a:lnTo>
                  <a:lnTo>
                    <a:pt x="652780" y="25400"/>
                  </a:lnTo>
                  <a:cubicBezTo>
                    <a:pt x="306324" y="25400"/>
                    <a:pt x="25400" y="306324"/>
                    <a:pt x="25400" y="652780"/>
                  </a:cubicBezTo>
                  <a:close/>
                </a:path>
              </a:pathLst>
            </a:custGeom>
            <a:solidFill>
              <a:srgbClr val="5B3FD9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371600" y="6926580"/>
            <a:ext cx="960120" cy="960120"/>
            <a:chOff x="0" y="0"/>
            <a:chExt cx="1280160" cy="12801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66675"/>
              <a:ext cx="1280160" cy="1346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2537460" y="7091172"/>
            <a:ext cx="3648456" cy="685800"/>
            <a:chOff x="0" y="0"/>
            <a:chExt cx="4864608" cy="9144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864608" cy="914400"/>
            </a:xfrm>
            <a:custGeom>
              <a:avLst/>
              <a:gdLst/>
              <a:ahLst/>
              <a:cxnLst/>
              <a:rect r="r" b="b" t="t" l="l"/>
              <a:pathLst>
                <a:path h="914400" w="4864608">
                  <a:moveTo>
                    <a:pt x="0" y="0"/>
                  </a:moveTo>
                  <a:lnTo>
                    <a:pt x="4864608" y="0"/>
                  </a:lnTo>
                  <a:lnTo>
                    <a:pt x="4864608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660" r="0" b="-5366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66675"/>
              <a:ext cx="4864608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11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Conversa IA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71600" y="8092440"/>
            <a:ext cx="4608576" cy="1303020"/>
            <a:chOff x="0" y="0"/>
            <a:chExt cx="6144768" cy="17373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144768" cy="1737360"/>
            </a:xfrm>
            <a:custGeom>
              <a:avLst/>
              <a:gdLst/>
              <a:ahLst/>
              <a:cxnLst/>
              <a:rect r="r" b="b" t="t" l="l"/>
              <a:pathLst>
                <a:path h="1737360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15" r="0" b="-1891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6144768" cy="1775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5B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Quando precisar conversar, a psicóloga IA está disponível 24h sem julgamentos.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656451" y="6505575"/>
            <a:ext cx="5450586" cy="3242310"/>
            <a:chOff x="0" y="0"/>
            <a:chExt cx="7267448" cy="43230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2700" y="12700"/>
              <a:ext cx="7242049" cy="4297680"/>
            </a:xfrm>
            <a:custGeom>
              <a:avLst/>
              <a:gdLst/>
              <a:ahLst/>
              <a:cxnLst/>
              <a:rect r="r" b="b" t="t" l="l"/>
              <a:pathLst>
                <a:path h="4297680" w="7242049">
                  <a:moveTo>
                    <a:pt x="0" y="274320"/>
                  </a:moveTo>
                  <a:cubicBezTo>
                    <a:pt x="0" y="122809"/>
                    <a:pt x="123063" y="0"/>
                    <a:pt x="274955" y="0"/>
                  </a:cubicBezTo>
                  <a:lnTo>
                    <a:pt x="6967093" y="0"/>
                  </a:lnTo>
                  <a:cubicBezTo>
                    <a:pt x="7118986" y="0"/>
                    <a:pt x="7242049" y="122809"/>
                    <a:pt x="7242049" y="274320"/>
                  </a:cubicBezTo>
                  <a:lnTo>
                    <a:pt x="7242049" y="4023360"/>
                  </a:lnTo>
                  <a:cubicBezTo>
                    <a:pt x="7242049" y="4174871"/>
                    <a:pt x="7118986" y="4297680"/>
                    <a:pt x="6967093" y="4297680"/>
                  </a:cubicBezTo>
                  <a:lnTo>
                    <a:pt x="274955" y="4297680"/>
                  </a:lnTo>
                  <a:cubicBezTo>
                    <a:pt x="123063" y="4297680"/>
                    <a:pt x="0" y="4174871"/>
                    <a:pt x="0" y="40233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267449" cy="4323080"/>
            </a:xfrm>
            <a:custGeom>
              <a:avLst/>
              <a:gdLst/>
              <a:ahLst/>
              <a:cxnLst/>
              <a:rect r="r" b="b" t="t" l="l"/>
              <a:pathLst>
                <a:path h="4323080" w="7267449">
                  <a:moveTo>
                    <a:pt x="0" y="287020"/>
                  </a:moveTo>
                  <a:cubicBezTo>
                    <a:pt x="0" y="128524"/>
                    <a:pt x="128778" y="0"/>
                    <a:pt x="287655" y="0"/>
                  </a:cubicBezTo>
                  <a:lnTo>
                    <a:pt x="6979793" y="0"/>
                  </a:lnTo>
                  <a:lnTo>
                    <a:pt x="6979793" y="12700"/>
                  </a:lnTo>
                  <a:lnTo>
                    <a:pt x="6979793" y="0"/>
                  </a:lnTo>
                  <a:cubicBezTo>
                    <a:pt x="7138670" y="0"/>
                    <a:pt x="7267449" y="128524"/>
                    <a:pt x="7267449" y="287020"/>
                  </a:cubicBezTo>
                  <a:lnTo>
                    <a:pt x="7254749" y="287020"/>
                  </a:lnTo>
                  <a:lnTo>
                    <a:pt x="7267449" y="287020"/>
                  </a:lnTo>
                  <a:lnTo>
                    <a:pt x="7267449" y="4036060"/>
                  </a:lnTo>
                  <a:lnTo>
                    <a:pt x="7254749" y="4036060"/>
                  </a:lnTo>
                  <a:lnTo>
                    <a:pt x="7267449" y="4036060"/>
                  </a:lnTo>
                  <a:cubicBezTo>
                    <a:pt x="7267449" y="4194556"/>
                    <a:pt x="7138670" y="4323080"/>
                    <a:pt x="6979793" y="4323080"/>
                  </a:cubicBezTo>
                  <a:lnTo>
                    <a:pt x="6979793" y="4310380"/>
                  </a:lnTo>
                  <a:lnTo>
                    <a:pt x="6979793" y="4323080"/>
                  </a:lnTo>
                  <a:lnTo>
                    <a:pt x="287655" y="4323080"/>
                  </a:lnTo>
                  <a:lnTo>
                    <a:pt x="287655" y="4310380"/>
                  </a:lnTo>
                  <a:lnTo>
                    <a:pt x="287655" y="4323080"/>
                  </a:lnTo>
                  <a:cubicBezTo>
                    <a:pt x="128778" y="4323080"/>
                    <a:pt x="0" y="4194556"/>
                    <a:pt x="0" y="4036060"/>
                  </a:cubicBezTo>
                  <a:lnTo>
                    <a:pt x="0" y="287020"/>
                  </a:lnTo>
                  <a:lnTo>
                    <a:pt x="12700" y="287020"/>
                  </a:lnTo>
                  <a:lnTo>
                    <a:pt x="0" y="287020"/>
                  </a:lnTo>
                  <a:moveTo>
                    <a:pt x="25400" y="287020"/>
                  </a:moveTo>
                  <a:lnTo>
                    <a:pt x="25400" y="4036060"/>
                  </a:lnTo>
                  <a:lnTo>
                    <a:pt x="12700" y="4036060"/>
                  </a:lnTo>
                  <a:lnTo>
                    <a:pt x="25400" y="4036060"/>
                  </a:lnTo>
                  <a:cubicBezTo>
                    <a:pt x="25400" y="4180459"/>
                    <a:pt x="142748" y="4297680"/>
                    <a:pt x="287655" y="4297680"/>
                  </a:cubicBezTo>
                  <a:lnTo>
                    <a:pt x="6979793" y="4297680"/>
                  </a:lnTo>
                  <a:cubicBezTo>
                    <a:pt x="7124700" y="4297680"/>
                    <a:pt x="7242049" y="4180459"/>
                    <a:pt x="7242049" y="4036060"/>
                  </a:cubicBezTo>
                  <a:lnTo>
                    <a:pt x="7242049" y="287020"/>
                  </a:lnTo>
                  <a:cubicBezTo>
                    <a:pt x="7242048" y="142621"/>
                    <a:pt x="7124700" y="25400"/>
                    <a:pt x="6979793" y="25400"/>
                  </a:cubicBezTo>
                  <a:lnTo>
                    <a:pt x="287655" y="25400"/>
                  </a:lnTo>
                  <a:lnTo>
                    <a:pt x="287655" y="12700"/>
                  </a:lnTo>
                  <a:lnTo>
                    <a:pt x="287655" y="25400"/>
                  </a:lnTo>
                  <a:cubicBezTo>
                    <a:pt x="142748" y="25400"/>
                    <a:pt x="25400" y="142621"/>
                    <a:pt x="25400" y="2870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7067931" y="6917055"/>
            <a:ext cx="979170" cy="979170"/>
            <a:chOff x="0" y="0"/>
            <a:chExt cx="1305560" cy="13055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2700" y="1270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5B3FD9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lnTo>
                    <a:pt x="652780" y="12700"/>
                  </a:lnTo>
                  <a:lnTo>
                    <a:pt x="652780" y="0"/>
                  </a:lnTo>
                  <a:cubicBezTo>
                    <a:pt x="1013333" y="0"/>
                    <a:pt x="1305560" y="292227"/>
                    <a:pt x="1305560" y="652780"/>
                  </a:cubicBezTo>
                  <a:lnTo>
                    <a:pt x="1292860" y="652780"/>
                  </a:lnTo>
                  <a:lnTo>
                    <a:pt x="1305560" y="652780"/>
                  </a:lnTo>
                  <a:cubicBezTo>
                    <a:pt x="1305560" y="1013333"/>
                    <a:pt x="1013333" y="1305560"/>
                    <a:pt x="652780" y="1305560"/>
                  </a:cubicBezTo>
                  <a:lnTo>
                    <a:pt x="652780" y="1292860"/>
                  </a:lnTo>
                  <a:lnTo>
                    <a:pt x="652780" y="1305560"/>
                  </a:lnTo>
                  <a:cubicBezTo>
                    <a:pt x="292227" y="1305560"/>
                    <a:pt x="0" y="1013333"/>
                    <a:pt x="0" y="652780"/>
                  </a:cubicBezTo>
                  <a:lnTo>
                    <a:pt x="12700" y="652780"/>
                  </a:lnTo>
                  <a:lnTo>
                    <a:pt x="25400" y="652780"/>
                  </a:lnTo>
                  <a:lnTo>
                    <a:pt x="12700" y="652780"/>
                  </a:lnTo>
                  <a:lnTo>
                    <a:pt x="0" y="652780"/>
                  </a:lnTo>
                  <a:moveTo>
                    <a:pt x="25400" y="652780"/>
                  </a:moveTo>
                  <a:cubicBezTo>
                    <a:pt x="25400" y="659765"/>
                    <a:pt x="19685" y="665480"/>
                    <a:pt x="12700" y="665480"/>
                  </a:cubicBezTo>
                  <a:cubicBezTo>
                    <a:pt x="5715" y="665480"/>
                    <a:pt x="0" y="659765"/>
                    <a:pt x="0" y="652780"/>
                  </a:cubicBezTo>
                  <a:cubicBezTo>
                    <a:pt x="0" y="645795"/>
                    <a:pt x="5715" y="640080"/>
                    <a:pt x="12700" y="640080"/>
                  </a:cubicBezTo>
                  <a:cubicBezTo>
                    <a:pt x="19685" y="640080"/>
                    <a:pt x="25400" y="645795"/>
                    <a:pt x="25400" y="652780"/>
                  </a:cubicBezTo>
                  <a:cubicBezTo>
                    <a:pt x="25400" y="999236"/>
                    <a:pt x="306324" y="1280160"/>
                    <a:pt x="652780" y="1280160"/>
                  </a:cubicBezTo>
                  <a:cubicBezTo>
                    <a:pt x="999236" y="1280160"/>
                    <a:pt x="1280160" y="999236"/>
                    <a:pt x="1280160" y="652780"/>
                  </a:cubicBezTo>
                  <a:cubicBezTo>
                    <a:pt x="1280160" y="306324"/>
                    <a:pt x="999236" y="25400"/>
                    <a:pt x="652780" y="25400"/>
                  </a:cubicBezTo>
                  <a:lnTo>
                    <a:pt x="652780" y="12700"/>
                  </a:lnTo>
                  <a:lnTo>
                    <a:pt x="652780" y="25400"/>
                  </a:lnTo>
                  <a:cubicBezTo>
                    <a:pt x="306324" y="25400"/>
                    <a:pt x="25400" y="306324"/>
                    <a:pt x="25400" y="652780"/>
                  </a:cubicBezTo>
                  <a:close/>
                </a:path>
              </a:pathLst>
            </a:custGeom>
            <a:solidFill>
              <a:srgbClr val="5B3FD9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7077456" y="6926580"/>
            <a:ext cx="960120" cy="960120"/>
            <a:chOff x="0" y="0"/>
            <a:chExt cx="1280160" cy="128016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66675"/>
              <a:ext cx="1280160" cy="1346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8243316" y="7091172"/>
            <a:ext cx="3648456" cy="685800"/>
            <a:chOff x="0" y="0"/>
            <a:chExt cx="4864608" cy="9144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864608" cy="914400"/>
            </a:xfrm>
            <a:custGeom>
              <a:avLst/>
              <a:gdLst/>
              <a:ahLst/>
              <a:cxnLst/>
              <a:rect r="r" b="b" t="t" l="l"/>
              <a:pathLst>
                <a:path h="914400" w="4864608">
                  <a:moveTo>
                    <a:pt x="0" y="0"/>
                  </a:moveTo>
                  <a:lnTo>
                    <a:pt x="4864608" y="0"/>
                  </a:lnTo>
                  <a:lnTo>
                    <a:pt x="4864608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660" r="0" b="-5366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66675"/>
              <a:ext cx="4864608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11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Insights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7077456" y="8092440"/>
            <a:ext cx="4608576" cy="1303020"/>
            <a:chOff x="0" y="0"/>
            <a:chExt cx="6144768" cy="173736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144768" cy="1737360"/>
            </a:xfrm>
            <a:custGeom>
              <a:avLst/>
              <a:gdLst/>
              <a:ahLst/>
              <a:cxnLst/>
              <a:rect r="r" b="b" t="t" l="l"/>
              <a:pathLst>
                <a:path h="1737360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15" r="0" b="-1891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6144768" cy="1775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5B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Visualiza gráficos do humor, padrões de gatilho e progresso ao longo do tempo.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2362307" y="6505575"/>
            <a:ext cx="5450586" cy="3242310"/>
            <a:chOff x="0" y="0"/>
            <a:chExt cx="7267448" cy="43230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2700" y="12700"/>
              <a:ext cx="7242049" cy="4297680"/>
            </a:xfrm>
            <a:custGeom>
              <a:avLst/>
              <a:gdLst/>
              <a:ahLst/>
              <a:cxnLst/>
              <a:rect r="r" b="b" t="t" l="l"/>
              <a:pathLst>
                <a:path h="4297680" w="7242049">
                  <a:moveTo>
                    <a:pt x="0" y="274320"/>
                  </a:moveTo>
                  <a:cubicBezTo>
                    <a:pt x="0" y="122809"/>
                    <a:pt x="123063" y="0"/>
                    <a:pt x="274955" y="0"/>
                  </a:cubicBezTo>
                  <a:lnTo>
                    <a:pt x="6967093" y="0"/>
                  </a:lnTo>
                  <a:cubicBezTo>
                    <a:pt x="7118986" y="0"/>
                    <a:pt x="7242049" y="122809"/>
                    <a:pt x="7242049" y="274320"/>
                  </a:cubicBezTo>
                  <a:lnTo>
                    <a:pt x="7242049" y="4023360"/>
                  </a:lnTo>
                  <a:cubicBezTo>
                    <a:pt x="7242049" y="4174871"/>
                    <a:pt x="7118986" y="4297680"/>
                    <a:pt x="6967093" y="4297680"/>
                  </a:cubicBezTo>
                  <a:lnTo>
                    <a:pt x="274955" y="4297680"/>
                  </a:lnTo>
                  <a:cubicBezTo>
                    <a:pt x="123063" y="4297680"/>
                    <a:pt x="0" y="4174871"/>
                    <a:pt x="0" y="40233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267449" cy="4323080"/>
            </a:xfrm>
            <a:custGeom>
              <a:avLst/>
              <a:gdLst/>
              <a:ahLst/>
              <a:cxnLst/>
              <a:rect r="r" b="b" t="t" l="l"/>
              <a:pathLst>
                <a:path h="4323080" w="7267449">
                  <a:moveTo>
                    <a:pt x="0" y="287020"/>
                  </a:moveTo>
                  <a:cubicBezTo>
                    <a:pt x="0" y="128524"/>
                    <a:pt x="128778" y="0"/>
                    <a:pt x="287655" y="0"/>
                  </a:cubicBezTo>
                  <a:lnTo>
                    <a:pt x="6979793" y="0"/>
                  </a:lnTo>
                  <a:lnTo>
                    <a:pt x="6979793" y="12700"/>
                  </a:lnTo>
                  <a:lnTo>
                    <a:pt x="6979793" y="0"/>
                  </a:lnTo>
                  <a:cubicBezTo>
                    <a:pt x="7138670" y="0"/>
                    <a:pt x="7267449" y="128524"/>
                    <a:pt x="7267449" y="287020"/>
                  </a:cubicBezTo>
                  <a:lnTo>
                    <a:pt x="7254749" y="287020"/>
                  </a:lnTo>
                  <a:lnTo>
                    <a:pt x="7267449" y="287020"/>
                  </a:lnTo>
                  <a:lnTo>
                    <a:pt x="7267449" y="4036060"/>
                  </a:lnTo>
                  <a:lnTo>
                    <a:pt x="7254749" y="4036060"/>
                  </a:lnTo>
                  <a:lnTo>
                    <a:pt x="7267449" y="4036060"/>
                  </a:lnTo>
                  <a:cubicBezTo>
                    <a:pt x="7267449" y="4194556"/>
                    <a:pt x="7138670" y="4323080"/>
                    <a:pt x="6979793" y="4323080"/>
                  </a:cubicBezTo>
                  <a:lnTo>
                    <a:pt x="6979793" y="4310380"/>
                  </a:lnTo>
                  <a:lnTo>
                    <a:pt x="6979793" y="4323080"/>
                  </a:lnTo>
                  <a:lnTo>
                    <a:pt x="287655" y="4323080"/>
                  </a:lnTo>
                  <a:lnTo>
                    <a:pt x="287655" y="4310380"/>
                  </a:lnTo>
                  <a:lnTo>
                    <a:pt x="287655" y="4323080"/>
                  </a:lnTo>
                  <a:cubicBezTo>
                    <a:pt x="128778" y="4323080"/>
                    <a:pt x="0" y="4194556"/>
                    <a:pt x="0" y="4036060"/>
                  </a:cubicBezTo>
                  <a:lnTo>
                    <a:pt x="0" y="287020"/>
                  </a:lnTo>
                  <a:lnTo>
                    <a:pt x="12700" y="287020"/>
                  </a:lnTo>
                  <a:lnTo>
                    <a:pt x="0" y="287020"/>
                  </a:lnTo>
                  <a:moveTo>
                    <a:pt x="25400" y="287020"/>
                  </a:moveTo>
                  <a:lnTo>
                    <a:pt x="25400" y="4036060"/>
                  </a:lnTo>
                  <a:lnTo>
                    <a:pt x="12700" y="4036060"/>
                  </a:lnTo>
                  <a:lnTo>
                    <a:pt x="25400" y="4036060"/>
                  </a:lnTo>
                  <a:cubicBezTo>
                    <a:pt x="25400" y="4180459"/>
                    <a:pt x="142748" y="4297680"/>
                    <a:pt x="287655" y="4297680"/>
                  </a:cubicBezTo>
                  <a:lnTo>
                    <a:pt x="6979793" y="4297680"/>
                  </a:lnTo>
                  <a:cubicBezTo>
                    <a:pt x="7124700" y="4297680"/>
                    <a:pt x="7242049" y="4180459"/>
                    <a:pt x="7242049" y="4036060"/>
                  </a:cubicBezTo>
                  <a:lnTo>
                    <a:pt x="7242049" y="287020"/>
                  </a:lnTo>
                  <a:cubicBezTo>
                    <a:pt x="7242048" y="142621"/>
                    <a:pt x="7124700" y="25400"/>
                    <a:pt x="6979793" y="25400"/>
                  </a:cubicBezTo>
                  <a:lnTo>
                    <a:pt x="287655" y="25400"/>
                  </a:lnTo>
                  <a:lnTo>
                    <a:pt x="287655" y="12700"/>
                  </a:lnTo>
                  <a:lnTo>
                    <a:pt x="287655" y="25400"/>
                  </a:lnTo>
                  <a:cubicBezTo>
                    <a:pt x="142748" y="25400"/>
                    <a:pt x="25400" y="142621"/>
                    <a:pt x="25400" y="2870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2773787" y="6917055"/>
            <a:ext cx="979170" cy="979170"/>
            <a:chOff x="0" y="0"/>
            <a:chExt cx="1305560" cy="130556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2700" y="1270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5B3FD9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lnTo>
                    <a:pt x="652780" y="12700"/>
                  </a:lnTo>
                  <a:lnTo>
                    <a:pt x="652780" y="0"/>
                  </a:lnTo>
                  <a:cubicBezTo>
                    <a:pt x="1013333" y="0"/>
                    <a:pt x="1305560" y="292227"/>
                    <a:pt x="1305560" y="652780"/>
                  </a:cubicBezTo>
                  <a:lnTo>
                    <a:pt x="1292860" y="652780"/>
                  </a:lnTo>
                  <a:lnTo>
                    <a:pt x="1305560" y="652780"/>
                  </a:lnTo>
                  <a:cubicBezTo>
                    <a:pt x="1305560" y="1013333"/>
                    <a:pt x="1013333" y="1305560"/>
                    <a:pt x="652780" y="1305560"/>
                  </a:cubicBezTo>
                  <a:lnTo>
                    <a:pt x="652780" y="1292860"/>
                  </a:lnTo>
                  <a:lnTo>
                    <a:pt x="652780" y="1305560"/>
                  </a:lnTo>
                  <a:cubicBezTo>
                    <a:pt x="292227" y="1305560"/>
                    <a:pt x="0" y="1013333"/>
                    <a:pt x="0" y="652780"/>
                  </a:cubicBezTo>
                  <a:lnTo>
                    <a:pt x="12700" y="652780"/>
                  </a:lnTo>
                  <a:lnTo>
                    <a:pt x="25400" y="652780"/>
                  </a:lnTo>
                  <a:lnTo>
                    <a:pt x="12700" y="652780"/>
                  </a:lnTo>
                  <a:lnTo>
                    <a:pt x="0" y="652780"/>
                  </a:lnTo>
                  <a:moveTo>
                    <a:pt x="25400" y="652780"/>
                  </a:moveTo>
                  <a:cubicBezTo>
                    <a:pt x="25400" y="659765"/>
                    <a:pt x="19685" y="665480"/>
                    <a:pt x="12700" y="665480"/>
                  </a:cubicBezTo>
                  <a:cubicBezTo>
                    <a:pt x="5715" y="665480"/>
                    <a:pt x="0" y="659765"/>
                    <a:pt x="0" y="652780"/>
                  </a:cubicBezTo>
                  <a:cubicBezTo>
                    <a:pt x="0" y="645795"/>
                    <a:pt x="5715" y="640080"/>
                    <a:pt x="12700" y="640080"/>
                  </a:cubicBezTo>
                  <a:cubicBezTo>
                    <a:pt x="19685" y="640080"/>
                    <a:pt x="25400" y="645795"/>
                    <a:pt x="25400" y="652780"/>
                  </a:cubicBezTo>
                  <a:cubicBezTo>
                    <a:pt x="25400" y="999236"/>
                    <a:pt x="306324" y="1280160"/>
                    <a:pt x="652780" y="1280160"/>
                  </a:cubicBezTo>
                  <a:cubicBezTo>
                    <a:pt x="999236" y="1280160"/>
                    <a:pt x="1280160" y="999236"/>
                    <a:pt x="1280160" y="652780"/>
                  </a:cubicBezTo>
                  <a:cubicBezTo>
                    <a:pt x="1280160" y="306324"/>
                    <a:pt x="999236" y="25400"/>
                    <a:pt x="652780" y="25400"/>
                  </a:cubicBezTo>
                  <a:lnTo>
                    <a:pt x="652780" y="12700"/>
                  </a:lnTo>
                  <a:lnTo>
                    <a:pt x="652780" y="25400"/>
                  </a:lnTo>
                  <a:cubicBezTo>
                    <a:pt x="306324" y="25400"/>
                    <a:pt x="25400" y="306324"/>
                    <a:pt x="25400" y="652780"/>
                  </a:cubicBezTo>
                  <a:close/>
                </a:path>
              </a:pathLst>
            </a:custGeom>
            <a:solidFill>
              <a:srgbClr val="5B3FD9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2783312" y="6926580"/>
            <a:ext cx="960120" cy="960120"/>
            <a:chOff x="0" y="0"/>
            <a:chExt cx="1280160" cy="128016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66675"/>
              <a:ext cx="1280160" cy="1346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3949172" y="7091172"/>
            <a:ext cx="3648456" cy="685800"/>
            <a:chOff x="0" y="0"/>
            <a:chExt cx="4864608" cy="9144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864608" cy="914400"/>
            </a:xfrm>
            <a:custGeom>
              <a:avLst/>
              <a:gdLst/>
              <a:ahLst/>
              <a:cxnLst/>
              <a:rect r="r" b="b" t="t" l="l"/>
              <a:pathLst>
                <a:path h="914400" w="4864608">
                  <a:moveTo>
                    <a:pt x="0" y="0"/>
                  </a:moveTo>
                  <a:lnTo>
                    <a:pt x="4864608" y="0"/>
                  </a:lnTo>
                  <a:lnTo>
                    <a:pt x="4864608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660" r="0" b="-5366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66675"/>
              <a:ext cx="4864608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11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Comunidade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2783312" y="8092440"/>
            <a:ext cx="4608576" cy="1303020"/>
            <a:chOff x="0" y="0"/>
            <a:chExt cx="6144768" cy="173736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6144768" cy="1737360"/>
            </a:xfrm>
            <a:custGeom>
              <a:avLst/>
              <a:gdLst/>
              <a:ahLst/>
              <a:cxnLst/>
              <a:rect r="r" b="b" t="t" l="l"/>
              <a:pathLst>
                <a:path h="1737360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15" r="0" b="-18915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6144768" cy="1775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5B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Conecta-se com pessoas em jornadas parecidas em grupos seguros e moderados.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6915943" y="9601200"/>
            <a:ext cx="822960" cy="411480"/>
            <a:chOff x="0" y="0"/>
            <a:chExt cx="1097280" cy="54864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109728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DDD4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1645920"/>
            <a:ext cx="7543800" cy="1234440"/>
            <a:chOff x="0" y="0"/>
            <a:chExt cx="1005840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075" r="0" b="-690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0058400" cy="1769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39"/>
                </a:lnSpc>
              </a:pPr>
              <a:r>
                <a:rPr lang="en-US" sz="5700" b="true">
                  <a:solidFill>
                    <a:srgbClr val="3B23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Funcionalidades-chave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3291840"/>
            <a:ext cx="7543800" cy="5486400"/>
            <a:chOff x="0" y="0"/>
            <a:chExt cx="10058400" cy="7315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0584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7315200"/>
                  </a:lnTo>
                  <a:lnTo>
                    <a:pt x="0" y="731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311" t="0" r="-43311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0058400" cy="7372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3F2E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Taaaaaaaaaaaaaaaaaaaaaaaaaaaaaaaaaaaaaaaaaaaaaaaa.</a:t>
              </a:r>
            </a:p>
            <a:p>
              <a:pPr algn="l">
                <a:lnSpc>
                  <a:spcPts val="2700"/>
                </a:lnSpc>
              </a:pPr>
            </a:p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3F2E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Não é terapia, mas é um espaço seguro para você ouvir a si mesmo todos os dias.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17355" y="813435"/>
            <a:ext cx="8019593" cy="8660130"/>
            <a:chOff x="0" y="0"/>
            <a:chExt cx="10692790" cy="11546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0" y="12700"/>
              <a:ext cx="10667365" cy="11521440"/>
            </a:xfrm>
            <a:custGeom>
              <a:avLst/>
              <a:gdLst/>
              <a:ahLst/>
              <a:cxnLst/>
              <a:rect r="r" b="b" t="t" l="l"/>
              <a:pathLst>
                <a:path h="11521440" w="10667365">
                  <a:moveTo>
                    <a:pt x="0" y="365887"/>
                  </a:moveTo>
                  <a:cubicBezTo>
                    <a:pt x="0" y="163830"/>
                    <a:pt x="163830" y="0"/>
                    <a:pt x="365760" y="0"/>
                  </a:cubicBezTo>
                  <a:lnTo>
                    <a:pt x="10301605" y="0"/>
                  </a:lnTo>
                  <a:cubicBezTo>
                    <a:pt x="10503662" y="0"/>
                    <a:pt x="10667365" y="163830"/>
                    <a:pt x="10667365" y="365887"/>
                  </a:cubicBezTo>
                  <a:lnTo>
                    <a:pt x="10667365" y="11155553"/>
                  </a:lnTo>
                  <a:cubicBezTo>
                    <a:pt x="10667365" y="11357610"/>
                    <a:pt x="10503536" y="11521440"/>
                    <a:pt x="10301605" y="11521440"/>
                  </a:cubicBezTo>
                  <a:lnTo>
                    <a:pt x="365760" y="11521440"/>
                  </a:lnTo>
                  <a:cubicBezTo>
                    <a:pt x="163830" y="11521440"/>
                    <a:pt x="0" y="11357610"/>
                    <a:pt x="0" y="11155553"/>
                  </a:cubicBezTo>
                  <a:close/>
                </a:path>
              </a:pathLst>
            </a:custGeom>
            <a:solidFill>
              <a:srgbClr val="5B3FD9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92765" cy="11546840"/>
            </a:xfrm>
            <a:custGeom>
              <a:avLst/>
              <a:gdLst/>
              <a:ahLst/>
              <a:cxnLst/>
              <a:rect r="r" b="b" t="t" l="l"/>
              <a:pathLst>
                <a:path h="11546840" w="10692765">
                  <a:moveTo>
                    <a:pt x="0" y="378587"/>
                  </a:moveTo>
                  <a:cubicBezTo>
                    <a:pt x="0" y="169545"/>
                    <a:pt x="169418" y="0"/>
                    <a:pt x="378460" y="0"/>
                  </a:cubicBezTo>
                  <a:lnTo>
                    <a:pt x="10314305" y="0"/>
                  </a:lnTo>
                  <a:lnTo>
                    <a:pt x="10314305" y="12700"/>
                  </a:lnTo>
                  <a:lnTo>
                    <a:pt x="10314305" y="0"/>
                  </a:lnTo>
                  <a:cubicBezTo>
                    <a:pt x="10523348" y="0"/>
                    <a:pt x="10692765" y="169545"/>
                    <a:pt x="10692765" y="378587"/>
                  </a:cubicBezTo>
                  <a:lnTo>
                    <a:pt x="10680065" y="378587"/>
                  </a:lnTo>
                  <a:lnTo>
                    <a:pt x="10692765" y="378587"/>
                  </a:lnTo>
                  <a:lnTo>
                    <a:pt x="10692765" y="11168253"/>
                  </a:lnTo>
                  <a:lnTo>
                    <a:pt x="10680065" y="11168253"/>
                  </a:lnTo>
                  <a:lnTo>
                    <a:pt x="10692765" y="11168253"/>
                  </a:lnTo>
                  <a:cubicBezTo>
                    <a:pt x="10692765" y="11377295"/>
                    <a:pt x="10523348" y="11546840"/>
                    <a:pt x="10314305" y="11546840"/>
                  </a:cubicBezTo>
                  <a:lnTo>
                    <a:pt x="10314305" y="11534140"/>
                  </a:lnTo>
                  <a:lnTo>
                    <a:pt x="10314305" y="11546840"/>
                  </a:lnTo>
                  <a:lnTo>
                    <a:pt x="378460" y="11546840"/>
                  </a:lnTo>
                  <a:lnTo>
                    <a:pt x="378460" y="11534140"/>
                  </a:lnTo>
                  <a:lnTo>
                    <a:pt x="378460" y="11546840"/>
                  </a:lnTo>
                  <a:cubicBezTo>
                    <a:pt x="169418" y="11546840"/>
                    <a:pt x="0" y="11377295"/>
                    <a:pt x="0" y="11168253"/>
                  </a:cubicBezTo>
                  <a:lnTo>
                    <a:pt x="0" y="378587"/>
                  </a:lnTo>
                  <a:lnTo>
                    <a:pt x="12700" y="378587"/>
                  </a:lnTo>
                  <a:lnTo>
                    <a:pt x="0" y="378587"/>
                  </a:lnTo>
                  <a:moveTo>
                    <a:pt x="25400" y="378587"/>
                  </a:moveTo>
                  <a:lnTo>
                    <a:pt x="25400" y="11168253"/>
                  </a:lnTo>
                  <a:lnTo>
                    <a:pt x="12700" y="11168253"/>
                  </a:lnTo>
                  <a:lnTo>
                    <a:pt x="25400" y="11168253"/>
                  </a:lnTo>
                  <a:cubicBezTo>
                    <a:pt x="25400" y="11363325"/>
                    <a:pt x="183515" y="11521440"/>
                    <a:pt x="378460" y="11521440"/>
                  </a:cubicBezTo>
                  <a:lnTo>
                    <a:pt x="10314305" y="11521440"/>
                  </a:lnTo>
                  <a:cubicBezTo>
                    <a:pt x="10509250" y="11521440"/>
                    <a:pt x="10667365" y="11363325"/>
                    <a:pt x="10667365" y="11168253"/>
                  </a:cubicBezTo>
                  <a:lnTo>
                    <a:pt x="10667365" y="378587"/>
                  </a:lnTo>
                  <a:cubicBezTo>
                    <a:pt x="10667365" y="183515"/>
                    <a:pt x="10509250" y="25400"/>
                    <a:pt x="10314305" y="25400"/>
                  </a:cubicBezTo>
                  <a:lnTo>
                    <a:pt x="378460" y="25400"/>
                  </a:lnTo>
                  <a:lnTo>
                    <a:pt x="378460" y="12700"/>
                  </a:lnTo>
                  <a:lnTo>
                    <a:pt x="378460" y="25400"/>
                  </a:lnTo>
                  <a:cubicBezTo>
                    <a:pt x="183515" y="25400"/>
                    <a:pt x="25400" y="183515"/>
                    <a:pt x="25400" y="378587"/>
                  </a:cubicBezTo>
                  <a:close/>
                </a:path>
              </a:pathLst>
            </a:custGeom>
            <a:solidFill>
              <a:srgbClr val="5B3FD9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051161" y="1499235"/>
            <a:ext cx="60198" cy="7288530"/>
            <a:chOff x="0" y="0"/>
            <a:chExt cx="80264" cy="9718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2700" y="12700"/>
              <a:ext cx="54864" cy="9692640"/>
            </a:xfrm>
            <a:custGeom>
              <a:avLst/>
              <a:gdLst/>
              <a:ahLst/>
              <a:cxnLst/>
              <a:rect r="r" b="b" t="t" l="l"/>
              <a:pathLst>
                <a:path h="9692640" w="54864">
                  <a:moveTo>
                    <a:pt x="0" y="0"/>
                  </a:moveTo>
                  <a:lnTo>
                    <a:pt x="54864" y="0"/>
                  </a:lnTo>
                  <a:lnTo>
                    <a:pt x="54864" y="9692640"/>
                  </a:lnTo>
                  <a:lnTo>
                    <a:pt x="0" y="9692640"/>
                  </a:lnTo>
                  <a:close/>
                </a:path>
              </a:pathLst>
            </a:custGeom>
            <a:solidFill>
              <a:srgbClr val="DDD4F7">
                <a:alpha val="24706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0264" cy="9718040"/>
            </a:xfrm>
            <a:custGeom>
              <a:avLst/>
              <a:gdLst/>
              <a:ahLst/>
              <a:cxnLst/>
              <a:rect r="r" b="b" t="t" l="l"/>
              <a:pathLst>
                <a:path h="9718040" w="80264">
                  <a:moveTo>
                    <a:pt x="12700" y="0"/>
                  </a:moveTo>
                  <a:lnTo>
                    <a:pt x="67564" y="0"/>
                  </a:lnTo>
                  <a:cubicBezTo>
                    <a:pt x="74549" y="0"/>
                    <a:pt x="80264" y="5715"/>
                    <a:pt x="80264" y="12700"/>
                  </a:cubicBezTo>
                  <a:lnTo>
                    <a:pt x="80264" y="9705340"/>
                  </a:lnTo>
                  <a:cubicBezTo>
                    <a:pt x="80264" y="9712325"/>
                    <a:pt x="74549" y="9718040"/>
                    <a:pt x="67564" y="9718040"/>
                  </a:cubicBezTo>
                  <a:lnTo>
                    <a:pt x="12700" y="9718040"/>
                  </a:lnTo>
                  <a:cubicBezTo>
                    <a:pt x="5715" y="9718040"/>
                    <a:pt x="0" y="9712325"/>
                    <a:pt x="0" y="97053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705340"/>
                  </a:lnTo>
                  <a:lnTo>
                    <a:pt x="12700" y="9705340"/>
                  </a:lnTo>
                  <a:lnTo>
                    <a:pt x="12700" y="9692640"/>
                  </a:lnTo>
                  <a:lnTo>
                    <a:pt x="67564" y="9692640"/>
                  </a:lnTo>
                  <a:lnTo>
                    <a:pt x="67564" y="9705340"/>
                  </a:lnTo>
                  <a:lnTo>
                    <a:pt x="54864" y="9705340"/>
                  </a:lnTo>
                  <a:lnTo>
                    <a:pt x="54864" y="12700"/>
                  </a:lnTo>
                  <a:lnTo>
                    <a:pt x="67564" y="12700"/>
                  </a:lnTo>
                  <a:lnTo>
                    <a:pt x="6756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DD4F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893427" y="1499235"/>
            <a:ext cx="375666" cy="375666"/>
            <a:chOff x="0" y="0"/>
            <a:chExt cx="500888" cy="5008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cubicBezTo>
                    <a:pt x="369062" y="0"/>
                    <a:pt x="475488" y="106426"/>
                    <a:pt x="475488" y="237744"/>
                  </a:cubicBezTo>
                  <a:cubicBezTo>
                    <a:pt x="475488" y="369062"/>
                    <a:pt x="369062" y="475488"/>
                    <a:pt x="237744" y="475488"/>
                  </a:cubicBezTo>
                  <a:cubicBezTo>
                    <a:pt x="106426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F472B6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0888" cy="500888"/>
            </a:xfrm>
            <a:custGeom>
              <a:avLst/>
              <a:gdLst/>
              <a:ahLst/>
              <a:cxnLst/>
              <a:rect r="r" b="b" t="t" l="l"/>
              <a:pathLst>
                <a:path h="500888" w="500888">
                  <a:moveTo>
                    <a:pt x="0" y="250444"/>
                  </a:moveTo>
                  <a:cubicBezTo>
                    <a:pt x="0" y="112141"/>
                    <a:pt x="112141" y="0"/>
                    <a:pt x="250444" y="0"/>
                  </a:cubicBezTo>
                  <a:cubicBezTo>
                    <a:pt x="388747" y="0"/>
                    <a:pt x="500888" y="112141"/>
                    <a:pt x="500888" y="250444"/>
                  </a:cubicBezTo>
                  <a:lnTo>
                    <a:pt x="488188" y="250444"/>
                  </a:lnTo>
                  <a:lnTo>
                    <a:pt x="500888" y="250444"/>
                  </a:lnTo>
                  <a:cubicBezTo>
                    <a:pt x="500888" y="388747"/>
                    <a:pt x="388747" y="500888"/>
                    <a:pt x="250444" y="500888"/>
                  </a:cubicBezTo>
                  <a:lnTo>
                    <a:pt x="250444" y="488188"/>
                  </a:lnTo>
                  <a:lnTo>
                    <a:pt x="250444" y="500888"/>
                  </a:lnTo>
                  <a:cubicBezTo>
                    <a:pt x="112141" y="500888"/>
                    <a:pt x="0" y="388747"/>
                    <a:pt x="0" y="250444"/>
                  </a:cubicBezTo>
                  <a:lnTo>
                    <a:pt x="12700" y="250444"/>
                  </a:lnTo>
                  <a:lnTo>
                    <a:pt x="25400" y="250444"/>
                  </a:lnTo>
                  <a:lnTo>
                    <a:pt x="12700" y="250444"/>
                  </a:lnTo>
                  <a:lnTo>
                    <a:pt x="0" y="250444"/>
                  </a:lnTo>
                  <a:moveTo>
                    <a:pt x="25400" y="250444"/>
                  </a:moveTo>
                  <a:cubicBezTo>
                    <a:pt x="25400" y="257429"/>
                    <a:pt x="19685" y="263144"/>
                    <a:pt x="12700" y="263144"/>
                  </a:cubicBezTo>
                  <a:cubicBezTo>
                    <a:pt x="5715" y="263144"/>
                    <a:pt x="0" y="257429"/>
                    <a:pt x="0" y="250444"/>
                  </a:cubicBezTo>
                  <a:cubicBezTo>
                    <a:pt x="0" y="243459"/>
                    <a:pt x="5715" y="237744"/>
                    <a:pt x="12700" y="237744"/>
                  </a:cubicBezTo>
                  <a:cubicBezTo>
                    <a:pt x="19685" y="237744"/>
                    <a:pt x="25400" y="243459"/>
                    <a:pt x="25400" y="250444"/>
                  </a:cubicBezTo>
                  <a:cubicBezTo>
                    <a:pt x="25400" y="374777"/>
                    <a:pt x="126111" y="475488"/>
                    <a:pt x="250444" y="475488"/>
                  </a:cubicBezTo>
                  <a:cubicBezTo>
                    <a:pt x="374777" y="475488"/>
                    <a:pt x="475488" y="374777"/>
                    <a:pt x="475488" y="250444"/>
                  </a:cubicBezTo>
                  <a:cubicBezTo>
                    <a:pt x="475488" y="126111"/>
                    <a:pt x="374777" y="25400"/>
                    <a:pt x="250444" y="25400"/>
                  </a:cubicBezTo>
                  <a:lnTo>
                    <a:pt x="250444" y="12700"/>
                  </a:lnTo>
                  <a:lnTo>
                    <a:pt x="250444" y="25400"/>
                  </a:lnTo>
                  <a:cubicBezTo>
                    <a:pt x="126111" y="25400"/>
                    <a:pt x="25400" y="126111"/>
                    <a:pt x="25400" y="250444"/>
                  </a:cubicBezTo>
                  <a:close/>
                </a:path>
              </a:pathLst>
            </a:custGeom>
            <a:solidFill>
              <a:srgbClr val="F472B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492740" y="1371600"/>
            <a:ext cx="1371600" cy="617220"/>
            <a:chOff x="0" y="0"/>
            <a:chExt cx="1828800" cy="822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28800" cy="822960"/>
            </a:xfrm>
            <a:custGeom>
              <a:avLst/>
              <a:gdLst/>
              <a:ahLst/>
              <a:cxnLst/>
              <a:rect r="r" b="b" t="t" l="l"/>
              <a:pathLst>
                <a:path h="82296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82880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864340" y="1371600"/>
            <a:ext cx="5257343" cy="617220"/>
            <a:chOff x="0" y="0"/>
            <a:chExt cx="7009790" cy="8229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09790" cy="822960"/>
            </a:xfrm>
            <a:custGeom>
              <a:avLst/>
              <a:gdLst/>
              <a:ahLst/>
              <a:cxnLst/>
              <a:rect r="r" b="b" t="t" l="l"/>
              <a:pathLst>
                <a:path h="822960" w="7009790">
                  <a:moveTo>
                    <a:pt x="0" y="0"/>
                  </a:moveTo>
                  <a:lnTo>
                    <a:pt x="7009790" y="0"/>
                  </a:lnTo>
                  <a:lnTo>
                    <a:pt x="700979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969" r="0" b="-11596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700979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Diário inteligente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492740" y="2057400"/>
            <a:ext cx="6628943" cy="1165860"/>
            <a:chOff x="0" y="0"/>
            <a:chExt cx="8838590" cy="15544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83859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838590">
                  <a:moveTo>
                    <a:pt x="0" y="0"/>
                  </a:moveTo>
                  <a:lnTo>
                    <a:pt x="8838590" y="0"/>
                  </a:lnTo>
                  <a:lnTo>
                    <a:pt x="883859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789" r="0" b="-6078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883859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-10">
                  <a:solidFill>
                    <a:srgbClr val="DDD4F7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A IA detecta sentimentos recorrentes e sugere reflexões.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893427" y="3488055"/>
            <a:ext cx="375666" cy="375666"/>
            <a:chOff x="0" y="0"/>
            <a:chExt cx="500888" cy="50088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2700" y="1270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cubicBezTo>
                    <a:pt x="369062" y="0"/>
                    <a:pt x="475488" y="106426"/>
                    <a:pt x="475488" y="237744"/>
                  </a:cubicBezTo>
                  <a:cubicBezTo>
                    <a:pt x="475488" y="369062"/>
                    <a:pt x="369062" y="475488"/>
                    <a:pt x="237744" y="475488"/>
                  </a:cubicBezTo>
                  <a:cubicBezTo>
                    <a:pt x="106426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F472B6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00888" cy="500888"/>
            </a:xfrm>
            <a:custGeom>
              <a:avLst/>
              <a:gdLst/>
              <a:ahLst/>
              <a:cxnLst/>
              <a:rect r="r" b="b" t="t" l="l"/>
              <a:pathLst>
                <a:path h="500888" w="500888">
                  <a:moveTo>
                    <a:pt x="0" y="250444"/>
                  </a:moveTo>
                  <a:cubicBezTo>
                    <a:pt x="0" y="112141"/>
                    <a:pt x="112141" y="0"/>
                    <a:pt x="250444" y="0"/>
                  </a:cubicBezTo>
                  <a:cubicBezTo>
                    <a:pt x="388747" y="0"/>
                    <a:pt x="500888" y="112141"/>
                    <a:pt x="500888" y="250444"/>
                  </a:cubicBezTo>
                  <a:lnTo>
                    <a:pt x="488188" y="250444"/>
                  </a:lnTo>
                  <a:lnTo>
                    <a:pt x="500888" y="250444"/>
                  </a:lnTo>
                  <a:cubicBezTo>
                    <a:pt x="500888" y="388747"/>
                    <a:pt x="388747" y="500888"/>
                    <a:pt x="250444" y="500888"/>
                  </a:cubicBezTo>
                  <a:lnTo>
                    <a:pt x="250444" y="488188"/>
                  </a:lnTo>
                  <a:lnTo>
                    <a:pt x="250444" y="500888"/>
                  </a:lnTo>
                  <a:cubicBezTo>
                    <a:pt x="112141" y="500888"/>
                    <a:pt x="0" y="388747"/>
                    <a:pt x="0" y="250444"/>
                  </a:cubicBezTo>
                  <a:lnTo>
                    <a:pt x="12700" y="250444"/>
                  </a:lnTo>
                  <a:lnTo>
                    <a:pt x="25400" y="250444"/>
                  </a:lnTo>
                  <a:lnTo>
                    <a:pt x="12700" y="250444"/>
                  </a:lnTo>
                  <a:lnTo>
                    <a:pt x="0" y="250444"/>
                  </a:lnTo>
                  <a:moveTo>
                    <a:pt x="25400" y="250444"/>
                  </a:moveTo>
                  <a:cubicBezTo>
                    <a:pt x="25400" y="257429"/>
                    <a:pt x="19685" y="263144"/>
                    <a:pt x="12700" y="263144"/>
                  </a:cubicBezTo>
                  <a:cubicBezTo>
                    <a:pt x="5715" y="263144"/>
                    <a:pt x="0" y="257429"/>
                    <a:pt x="0" y="250444"/>
                  </a:cubicBezTo>
                  <a:cubicBezTo>
                    <a:pt x="0" y="243459"/>
                    <a:pt x="5715" y="237744"/>
                    <a:pt x="12700" y="237744"/>
                  </a:cubicBezTo>
                  <a:cubicBezTo>
                    <a:pt x="19685" y="237744"/>
                    <a:pt x="25400" y="243459"/>
                    <a:pt x="25400" y="250444"/>
                  </a:cubicBezTo>
                  <a:cubicBezTo>
                    <a:pt x="25400" y="374777"/>
                    <a:pt x="126111" y="475488"/>
                    <a:pt x="250444" y="475488"/>
                  </a:cubicBezTo>
                  <a:cubicBezTo>
                    <a:pt x="374777" y="475488"/>
                    <a:pt x="475488" y="374777"/>
                    <a:pt x="475488" y="250444"/>
                  </a:cubicBezTo>
                  <a:cubicBezTo>
                    <a:pt x="475488" y="126111"/>
                    <a:pt x="374777" y="25400"/>
                    <a:pt x="250444" y="25400"/>
                  </a:cubicBezTo>
                  <a:lnTo>
                    <a:pt x="250444" y="12700"/>
                  </a:lnTo>
                  <a:lnTo>
                    <a:pt x="250444" y="25400"/>
                  </a:lnTo>
                  <a:cubicBezTo>
                    <a:pt x="126111" y="25400"/>
                    <a:pt x="25400" y="126111"/>
                    <a:pt x="25400" y="250444"/>
                  </a:cubicBezTo>
                  <a:close/>
                </a:path>
              </a:pathLst>
            </a:custGeom>
            <a:solidFill>
              <a:srgbClr val="F472B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492740" y="3360420"/>
            <a:ext cx="1371600" cy="617220"/>
            <a:chOff x="0" y="0"/>
            <a:chExt cx="1828800" cy="8229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28800" cy="822960"/>
            </a:xfrm>
            <a:custGeom>
              <a:avLst/>
              <a:gdLst/>
              <a:ahLst/>
              <a:cxnLst/>
              <a:rect r="r" b="b" t="t" l="l"/>
              <a:pathLst>
                <a:path h="82296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182880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864340" y="3360420"/>
            <a:ext cx="5257343" cy="617220"/>
            <a:chOff x="0" y="0"/>
            <a:chExt cx="7009790" cy="8229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009790" cy="822960"/>
            </a:xfrm>
            <a:custGeom>
              <a:avLst/>
              <a:gdLst/>
              <a:ahLst/>
              <a:cxnLst/>
              <a:rect r="r" b="b" t="t" l="l"/>
              <a:pathLst>
                <a:path h="822960" w="7009790">
                  <a:moveTo>
                    <a:pt x="0" y="0"/>
                  </a:moveTo>
                  <a:lnTo>
                    <a:pt x="7009790" y="0"/>
                  </a:lnTo>
                  <a:lnTo>
                    <a:pt x="700979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969" r="0" b="-11596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700979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Check-in de humor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492740" y="4046220"/>
            <a:ext cx="6628943" cy="1165860"/>
            <a:chOff x="0" y="0"/>
            <a:chExt cx="8838590" cy="15544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83859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838590">
                  <a:moveTo>
                    <a:pt x="0" y="0"/>
                  </a:moveTo>
                  <a:lnTo>
                    <a:pt x="8838590" y="0"/>
                  </a:lnTo>
                  <a:lnTo>
                    <a:pt x="883859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789" r="0" b="-6078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883859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-10">
                  <a:solidFill>
                    <a:srgbClr val="DDD4F7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Registre como está em segundos e construa um histórico emocional confiável.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893427" y="5476875"/>
            <a:ext cx="375666" cy="375666"/>
            <a:chOff x="0" y="0"/>
            <a:chExt cx="500888" cy="50088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2700" y="1270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cubicBezTo>
                    <a:pt x="369062" y="0"/>
                    <a:pt x="475488" y="106426"/>
                    <a:pt x="475488" y="237744"/>
                  </a:cubicBezTo>
                  <a:cubicBezTo>
                    <a:pt x="475488" y="369062"/>
                    <a:pt x="369062" y="475488"/>
                    <a:pt x="237744" y="475488"/>
                  </a:cubicBezTo>
                  <a:cubicBezTo>
                    <a:pt x="106426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F472B6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0888" cy="500888"/>
            </a:xfrm>
            <a:custGeom>
              <a:avLst/>
              <a:gdLst/>
              <a:ahLst/>
              <a:cxnLst/>
              <a:rect r="r" b="b" t="t" l="l"/>
              <a:pathLst>
                <a:path h="500888" w="500888">
                  <a:moveTo>
                    <a:pt x="0" y="250444"/>
                  </a:moveTo>
                  <a:cubicBezTo>
                    <a:pt x="0" y="112141"/>
                    <a:pt x="112141" y="0"/>
                    <a:pt x="250444" y="0"/>
                  </a:cubicBezTo>
                  <a:cubicBezTo>
                    <a:pt x="388747" y="0"/>
                    <a:pt x="500888" y="112141"/>
                    <a:pt x="500888" y="250444"/>
                  </a:cubicBezTo>
                  <a:lnTo>
                    <a:pt x="488188" y="250444"/>
                  </a:lnTo>
                  <a:lnTo>
                    <a:pt x="500888" y="250444"/>
                  </a:lnTo>
                  <a:cubicBezTo>
                    <a:pt x="500888" y="388747"/>
                    <a:pt x="388747" y="500888"/>
                    <a:pt x="250444" y="500888"/>
                  </a:cubicBezTo>
                  <a:lnTo>
                    <a:pt x="250444" y="488188"/>
                  </a:lnTo>
                  <a:lnTo>
                    <a:pt x="250444" y="500888"/>
                  </a:lnTo>
                  <a:cubicBezTo>
                    <a:pt x="112141" y="500888"/>
                    <a:pt x="0" y="388747"/>
                    <a:pt x="0" y="250444"/>
                  </a:cubicBezTo>
                  <a:lnTo>
                    <a:pt x="12700" y="250444"/>
                  </a:lnTo>
                  <a:lnTo>
                    <a:pt x="25400" y="250444"/>
                  </a:lnTo>
                  <a:lnTo>
                    <a:pt x="12700" y="250444"/>
                  </a:lnTo>
                  <a:lnTo>
                    <a:pt x="0" y="250444"/>
                  </a:lnTo>
                  <a:moveTo>
                    <a:pt x="25400" y="250444"/>
                  </a:moveTo>
                  <a:cubicBezTo>
                    <a:pt x="25400" y="257429"/>
                    <a:pt x="19685" y="263144"/>
                    <a:pt x="12700" y="263144"/>
                  </a:cubicBezTo>
                  <a:cubicBezTo>
                    <a:pt x="5715" y="263144"/>
                    <a:pt x="0" y="257429"/>
                    <a:pt x="0" y="250444"/>
                  </a:cubicBezTo>
                  <a:cubicBezTo>
                    <a:pt x="0" y="243459"/>
                    <a:pt x="5715" y="237744"/>
                    <a:pt x="12700" y="237744"/>
                  </a:cubicBezTo>
                  <a:cubicBezTo>
                    <a:pt x="19685" y="237744"/>
                    <a:pt x="25400" y="243459"/>
                    <a:pt x="25400" y="250444"/>
                  </a:cubicBezTo>
                  <a:cubicBezTo>
                    <a:pt x="25400" y="374777"/>
                    <a:pt x="126111" y="475488"/>
                    <a:pt x="250444" y="475488"/>
                  </a:cubicBezTo>
                  <a:cubicBezTo>
                    <a:pt x="374777" y="475488"/>
                    <a:pt x="475488" y="374777"/>
                    <a:pt x="475488" y="250444"/>
                  </a:cubicBezTo>
                  <a:cubicBezTo>
                    <a:pt x="475488" y="126111"/>
                    <a:pt x="374777" y="25400"/>
                    <a:pt x="250444" y="25400"/>
                  </a:cubicBezTo>
                  <a:lnTo>
                    <a:pt x="250444" y="12700"/>
                  </a:lnTo>
                  <a:lnTo>
                    <a:pt x="250444" y="25400"/>
                  </a:lnTo>
                  <a:cubicBezTo>
                    <a:pt x="126111" y="25400"/>
                    <a:pt x="25400" y="126111"/>
                    <a:pt x="25400" y="250444"/>
                  </a:cubicBezTo>
                  <a:close/>
                </a:path>
              </a:pathLst>
            </a:custGeom>
            <a:solidFill>
              <a:srgbClr val="F472B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492740" y="5349240"/>
            <a:ext cx="1371600" cy="617220"/>
            <a:chOff x="0" y="0"/>
            <a:chExt cx="1828800" cy="8229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828800" cy="822960"/>
            </a:xfrm>
            <a:custGeom>
              <a:avLst/>
              <a:gdLst/>
              <a:ahLst/>
              <a:cxnLst/>
              <a:rect r="r" b="b" t="t" l="l"/>
              <a:pathLst>
                <a:path h="82296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182880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864340" y="5411153"/>
            <a:ext cx="5257343" cy="507111"/>
            <a:chOff x="0" y="0"/>
            <a:chExt cx="7009790" cy="67614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009790" cy="676148"/>
            </a:xfrm>
            <a:custGeom>
              <a:avLst/>
              <a:gdLst/>
              <a:ahLst/>
              <a:cxnLst/>
              <a:rect r="r" b="b" t="t" l="l"/>
              <a:pathLst>
                <a:path h="676148" w="7009790">
                  <a:moveTo>
                    <a:pt x="0" y="0"/>
                  </a:moveTo>
                  <a:lnTo>
                    <a:pt x="7009790" y="0"/>
                  </a:lnTo>
                  <a:lnTo>
                    <a:pt x="7009790" y="676148"/>
                  </a:lnTo>
                  <a:lnTo>
                    <a:pt x="0" y="6761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149" r="0" b="-16286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7009790" cy="723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Psicóloga IA 24h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492740" y="6035040"/>
            <a:ext cx="6628943" cy="1165860"/>
            <a:chOff x="0" y="0"/>
            <a:chExt cx="8838590" cy="15544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83859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838590">
                  <a:moveTo>
                    <a:pt x="0" y="0"/>
                  </a:moveTo>
                  <a:lnTo>
                    <a:pt x="8838590" y="0"/>
                  </a:lnTo>
                  <a:lnTo>
                    <a:pt x="883859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789" r="0" b="-6078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883859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-10">
                  <a:solidFill>
                    <a:srgbClr val="DDD4F7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Conversas anônimas com uma IA treinada em escuta ativa.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893427" y="7465695"/>
            <a:ext cx="375666" cy="375666"/>
            <a:chOff x="0" y="0"/>
            <a:chExt cx="500888" cy="50088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2700" y="1270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cubicBezTo>
                    <a:pt x="369062" y="0"/>
                    <a:pt x="475488" y="106426"/>
                    <a:pt x="475488" y="237744"/>
                  </a:cubicBezTo>
                  <a:cubicBezTo>
                    <a:pt x="475488" y="369062"/>
                    <a:pt x="369062" y="475488"/>
                    <a:pt x="237744" y="475488"/>
                  </a:cubicBezTo>
                  <a:cubicBezTo>
                    <a:pt x="106426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F472B6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00888" cy="500888"/>
            </a:xfrm>
            <a:custGeom>
              <a:avLst/>
              <a:gdLst/>
              <a:ahLst/>
              <a:cxnLst/>
              <a:rect r="r" b="b" t="t" l="l"/>
              <a:pathLst>
                <a:path h="500888" w="500888">
                  <a:moveTo>
                    <a:pt x="0" y="250444"/>
                  </a:moveTo>
                  <a:cubicBezTo>
                    <a:pt x="0" y="112141"/>
                    <a:pt x="112141" y="0"/>
                    <a:pt x="250444" y="0"/>
                  </a:cubicBezTo>
                  <a:cubicBezTo>
                    <a:pt x="388747" y="0"/>
                    <a:pt x="500888" y="112141"/>
                    <a:pt x="500888" y="250444"/>
                  </a:cubicBezTo>
                  <a:lnTo>
                    <a:pt x="488188" y="250444"/>
                  </a:lnTo>
                  <a:lnTo>
                    <a:pt x="500888" y="250444"/>
                  </a:lnTo>
                  <a:cubicBezTo>
                    <a:pt x="500888" y="388747"/>
                    <a:pt x="388747" y="500888"/>
                    <a:pt x="250444" y="500888"/>
                  </a:cubicBezTo>
                  <a:lnTo>
                    <a:pt x="250444" y="488188"/>
                  </a:lnTo>
                  <a:lnTo>
                    <a:pt x="250444" y="500888"/>
                  </a:lnTo>
                  <a:cubicBezTo>
                    <a:pt x="112141" y="500888"/>
                    <a:pt x="0" y="388747"/>
                    <a:pt x="0" y="250444"/>
                  </a:cubicBezTo>
                  <a:lnTo>
                    <a:pt x="12700" y="250444"/>
                  </a:lnTo>
                  <a:lnTo>
                    <a:pt x="25400" y="250444"/>
                  </a:lnTo>
                  <a:lnTo>
                    <a:pt x="12700" y="250444"/>
                  </a:lnTo>
                  <a:lnTo>
                    <a:pt x="0" y="250444"/>
                  </a:lnTo>
                  <a:moveTo>
                    <a:pt x="25400" y="250444"/>
                  </a:moveTo>
                  <a:cubicBezTo>
                    <a:pt x="25400" y="257429"/>
                    <a:pt x="19685" y="263144"/>
                    <a:pt x="12700" y="263144"/>
                  </a:cubicBezTo>
                  <a:cubicBezTo>
                    <a:pt x="5715" y="263144"/>
                    <a:pt x="0" y="257429"/>
                    <a:pt x="0" y="250444"/>
                  </a:cubicBezTo>
                  <a:cubicBezTo>
                    <a:pt x="0" y="243459"/>
                    <a:pt x="5715" y="237744"/>
                    <a:pt x="12700" y="237744"/>
                  </a:cubicBezTo>
                  <a:cubicBezTo>
                    <a:pt x="19685" y="237744"/>
                    <a:pt x="25400" y="243459"/>
                    <a:pt x="25400" y="250444"/>
                  </a:cubicBezTo>
                  <a:cubicBezTo>
                    <a:pt x="25400" y="374777"/>
                    <a:pt x="126111" y="475488"/>
                    <a:pt x="250444" y="475488"/>
                  </a:cubicBezTo>
                  <a:cubicBezTo>
                    <a:pt x="374777" y="475488"/>
                    <a:pt x="475488" y="374777"/>
                    <a:pt x="475488" y="250444"/>
                  </a:cubicBezTo>
                  <a:cubicBezTo>
                    <a:pt x="475488" y="126111"/>
                    <a:pt x="374777" y="25400"/>
                    <a:pt x="250444" y="25400"/>
                  </a:cubicBezTo>
                  <a:lnTo>
                    <a:pt x="250444" y="12700"/>
                  </a:lnTo>
                  <a:lnTo>
                    <a:pt x="250444" y="25400"/>
                  </a:lnTo>
                  <a:cubicBezTo>
                    <a:pt x="126111" y="25400"/>
                    <a:pt x="25400" y="126111"/>
                    <a:pt x="25400" y="250444"/>
                  </a:cubicBezTo>
                  <a:close/>
                </a:path>
              </a:pathLst>
            </a:custGeom>
            <a:solidFill>
              <a:srgbClr val="F472B6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492740" y="7338060"/>
            <a:ext cx="1371600" cy="617220"/>
            <a:chOff x="0" y="0"/>
            <a:chExt cx="1828800" cy="8229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828800" cy="822960"/>
            </a:xfrm>
            <a:custGeom>
              <a:avLst/>
              <a:gdLst/>
              <a:ahLst/>
              <a:cxnLst/>
              <a:rect r="r" b="b" t="t" l="l"/>
              <a:pathLst>
                <a:path h="82296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182880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864340" y="7338060"/>
            <a:ext cx="5257343" cy="617220"/>
            <a:chOff x="0" y="0"/>
            <a:chExt cx="7009790" cy="8229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009790" cy="822960"/>
            </a:xfrm>
            <a:custGeom>
              <a:avLst/>
              <a:gdLst/>
              <a:ahLst/>
              <a:cxnLst/>
              <a:rect r="r" b="b" t="t" l="l"/>
              <a:pathLst>
                <a:path h="822960" w="7009790">
                  <a:moveTo>
                    <a:pt x="0" y="0"/>
                  </a:moveTo>
                  <a:lnTo>
                    <a:pt x="7009790" y="0"/>
                  </a:lnTo>
                  <a:lnTo>
                    <a:pt x="700979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969" r="0" b="-11596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700979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Insights e relatórios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492740" y="8023860"/>
            <a:ext cx="6628943" cy="1165860"/>
            <a:chOff x="0" y="0"/>
            <a:chExt cx="8838590" cy="15544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83859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838590">
                  <a:moveTo>
                    <a:pt x="0" y="0"/>
                  </a:moveTo>
                  <a:lnTo>
                    <a:pt x="8838590" y="0"/>
                  </a:lnTo>
                  <a:lnTo>
                    <a:pt x="883859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789" r="0" b="-6078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883859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-10">
                  <a:solidFill>
                    <a:srgbClr val="DDD4F7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Veja tendências de humor, gatilhos e padrões.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6915943" y="9601200"/>
            <a:ext cx="822960" cy="411480"/>
            <a:chOff x="0" y="0"/>
            <a:chExt cx="109728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109728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6B5B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B3F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163218" y="-2752725"/>
            <a:ext cx="6877050" cy="6877050"/>
            <a:chOff x="0" y="0"/>
            <a:chExt cx="9169400" cy="9169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3B238F">
                <a:alpha val="15686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9400" cy="9169400"/>
            </a:xfrm>
            <a:custGeom>
              <a:avLst/>
              <a:gdLst/>
              <a:ahLst/>
              <a:cxnLst/>
              <a:rect r="r" b="b" t="t" l="l"/>
              <a:pathLst>
                <a:path h="9169400" w="9169400">
                  <a:moveTo>
                    <a:pt x="0" y="4584700"/>
                  </a:moveTo>
                  <a:cubicBezTo>
                    <a:pt x="0" y="2052701"/>
                    <a:pt x="2052701" y="0"/>
                    <a:pt x="4584700" y="0"/>
                  </a:cubicBezTo>
                  <a:lnTo>
                    <a:pt x="4584700" y="12700"/>
                  </a:lnTo>
                  <a:lnTo>
                    <a:pt x="4584700" y="0"/>
                  </a:lnTo>
                  <a:cubicBezTo>
                    <a:pt x="7116699" y="0"/>
                    <a:pt x="9169400" y="2052701"/>
                    <a:pt x="9169400" y="4584700"/>
                  </a:cubicBezTo>
                  <a:lnTo>
                    <a:pt x="9156700" y="4584700"/>
                  </a:lnTo>
                  <a:lnTo>
                    <a:pt x="9169400" y="4584700"/>
                  </a:lnTo>
                  <a:cubicBezTo>
                    <a:pt x="9169400" y="7116699"/>
                    <a:pt x="7116699" y="9169400"/>
                    <a:pt x="4584700" y="9169400"/>
                  </a:cubicBezTo>
                  <a:lnTo>
                    <a:pt x="4584700" y="9156700"/>
                  </a:lnTo>
                  <a:lnTo>
                    <a:pt x="4584700" y="9169400"/>
                  </a:lnTo>
                  <a:cubicBezTo>
                    <a:pt x="2052701" y="9169400"/>
                    <a:pt x="0" y="7116699"/>
                    <a:pt x="0" y="4584700"/>
                  </a:cubicBezTo>
                  <a:lnTo>
                    <a:pt x="12700" y="4584700"/>
                  </a:lnTo>
                  <a:lnTo>
                    <a:pt x="25400" y="4584700"/>
                  </a:lnTo>
                  <a:lnTo>
                    <a:pt x="12700" y="4584700"/>
                  </a:lnTo>
                  <a:lnTo>
                    <a:pt x="0" y="4584700"/>
                  </a:lnTo>
                  <a:moveTo>
                    <a:pt x="25400" y="4584700"/>
                  </a:moveTo>
                  <a:cubicBezTo>
                    <a:pt x="25400" y="4591685"/>
                    <a:pt x="19685" y="4597400"/>
                    <a:pt x="12700" y="4597400"/>
                  </a:cubicBezTo>
                  <a:cubicBezTo>
                    <a:pt x="5715" y="4597400"/>
                    <a:pt x="0" y="4591685"/>
                    <a:pt x="0" y="4584700"/>
                  </a:cubicBezTo>
                  <a:cubicBezTo>
                    <a:pt x="0" y="4577715"/>
                    <a:pt x="5715" y="4572000"/>
                    <a:pt x="12700" y="4572000"/>
                  </a:cubicBezTo>
                  <a:cubicBezTo>
                    <a:pt x="19685" y="4572000"/>
                    <a:pt x="25400" y="4577715"/>
                    <a:pt x="25400" y="4584700"/>
                  </a:cubicBezTo>
                  <a:cubicBezTo>
                    <a:pt x="25400" y="7102729"/>
                    <a:pt x="2066671" y="9144000"/>
                    <a:pt x="4584700" y="9144000"/>
                  </a:cubicBezTo>
                  <a:cubicBezTo>
                    <a:pt x="7102729" y="9144000"/>
                    <a:pt x="9144000" y="7102729"/>
                    <a:pt x="9144000" y="4584700"/>
                  </a:cubicBezTo>
                  <a:cubicBezTo>
                    <a:pt x="9144000" y="2066671"/>
                    <a:pt x="7102729" y="25400"/>
                    <a:pt x="4584700" y="25400"/>
                  </a:cubicBezTo>
                  <a:lnTo>
                    <a:pt x="4584700" y="12700"/>
                  </a:lnTo>
                  <a:lnTo>
                    <a:pt x="4584700" y="25400"/>
                  </a:lnTo>
                  <a:cubicBezTo>
                    <a:pt x="2066671" y="25400"/>
                    <a:pt x="25400" y="2066671"/>
                    <a:pt x="25400" y="4584700"/>
                  </a:cubicBezTo>
                  <a:close/>
                </a:path>
              </a:pathLst>
            </a:custGeom>
            <a:solidFill>
              <a:srgbClr val="3B238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60120" y="1645920"/>
            <a:ext cx="8229600" cy="2468880"/>
            <a:chOff x="0" y="0"/>
            <a:chExt cx="10972800" cy="32918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10972800" cy="3406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 que torna o MindLog diferente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4389120"/>
            <a:ext cx="8229600" cy="4114800"/>
            <a:chOff x="0" y="0"/>
            <a:chExt cx="10972800" cy="548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0"/>
                  </a:lnTo>
                  <a:lnTo>
                    <a:pt x="0" y="5486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0972800" cy="5543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DDD4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 MindLog se diferencia em três pilares fundamentais</a:t>
              </a:r>
              <a:r>
                <a:rPr lang="en-US" sz="2250">
                  <a:solidFill>
                    <a:srgbClr val="DDD4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que combinam tecnologia, ciência e empatia.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72712" y="1357312"/>
            <a:ext cx="3731895" cy="3731895"/>
            <a:chOff x="0" y="0"/>
            <a:chExt cx="4975860" cy="49758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9050" y="19050"/>
              <a:ext cx="4937760" cy="4937760"/>
            </a:xfrm>
            <a:custGeom>
              <a:avLst/>
              <a:gdLst/>
              <a:ahLst/>
              <a:cxnLst/>
              <a:rect r="r" b="b" t="t" l="l"/>
              <a:pathLst>
                <a:path h="4937760" w="493776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718304" y="0"/>
                  </a:lnTo>
                  <a:cubicBezTo>
                    <a:pt x="4839462" y="0"/>
                    <a:pt x="4937760" y="98298"/>
                    <a:pt x="4937760" y="219456"/>
                  </a:cubicBezTo>
                  <a:lnTo>
                    <a:pt x="4937760" y="4718304"/>
                  </a:lnTo>
                  <a:cubicBezTo>
                    <a:pt x="4937760" y="4839462"/>
                    <a:pt x="4839462" y="4937760"/>
                    <a:pt x="4718304" y="4937760"/>
                  </a:cubicBezTo>
                  <a:lnTo>
                    <a:pt x="219456" y="4937760"/>
                  </a:lnTo>
                  <a:cubicBezTo>
                    <a:pt x="98298" y="4937760"/>
                    <a:pt x="0" y="4839462"/>
                    <a:pt x="0" y="4718304"/>
                  </a:cubicBezTo>
                  <a:close/>
                </a:path>
              </a:pathLst>
            </a:custGeom>
            <a:solidFill>
              <a:srgbClr val="3B238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75860" cy="4975860"/>
            </a:xfrm>
            <a:custGeom>
              <a:avLst/>
              <a:gdLst/>
              <a:ahLst/>
              <a:cxnLst/>
              <a:rect r="r" b="b" t="t" l="l"/>
              <a:pathLst>
                <a:path h="4975860" w="4975860">
                  <a:moveTo>
                    <a:pt x="0" y="238506"/>
                  </a:moveTo>
                  <a:cubicBezTo>
                    <a:pt x="0" y="106807"/>
                    <a:pt x="106807" y="0"/>
                    <a:pt x="238506" y="0"/>
                  </a:cubicBezTo>
                  <a:lnTo>
                    <a:pt x="4737354" y="0"/>
                  </a:lnTo>
                  <a:lnTo>
                    <a:pt x="4737354" y="19050"/>
                  </a:lnTo>
                  <a:lnTo>
                    <a:pt x="4737354" y="0"/>
                  </a:lnTo>
                  <a:cubicBezTo>
                    <a:pt x="4869053" y="0"/>
                    <a:pt x="4975860" y="106807"/>
                    <a:pt x="4975860" y="238506"/>
                  </a:cubicBezTo>
                  <a:lnTo>
                    <a:pt x="4956810" y="238506"/>
                  </a:lnTo>
                  <a:lnTo>
                    <a:pt x="4975860" y="238506"/>
                  </a:lnTo>
                  <a:lnTo>
                    <a:pt x="4975860" y="4737354"/>
                  </a:lnTo>
                  <a:lnTo>
                    <a:pt x="4956810" y="4737354"/>
                  </a:lnTo>
                  <a:lnTo>
                    <a:pt x="4975860" y="4737354"/>
                  </a:lnTo>
                  <a:cubicBezTo>
                    <a:pt x="4975860" y="4869053"/>
                    <a:pt x="4869053" y="4975860"/>
                    <a:pt x="4737354" y="4975860"/>
                  </a:cubicBezTo>
                  <a:lnTo>
                    <a:pt x="4737354" y="4956810"/>
                  </a:lnTo>
                  <a:lnTo>
                    <a:pt x="4737354" y="4975860"/>
                  </a:lnTo>
                  <a:lnTo>
                    <a:pt x="238506" y="4975860"/>
                  </a:lnTo>
                  <a:lnTo>
                    <a:pt x="238506" y="4956810"/>
                  </a:lnTo>
                  <a:lnTo>
                    <a:pt x="238506" y="4975860"/>
                  </a:lnTo>
                  <a:cubicBezTo>
                    <a:pt x="106807" y="4975860"/>
                    <a:pt x="0" y="4869053"/>
                    <a:pt x="0" y="4737354"/>
                  </a:cubicBezTo>
                  <a:lnTo>
                    <a:pt x="0" y="238506"/>
                  </a:lnTo>
                  <a:lnTo>
                    <a:pt x="19050" y="238506"/>
                  </a:lnTo>
                  <a:lnTo>
                    <a:pt x="0" y="238506"/>
                  </a:lnTo>
                  <a:moveTo>
                    <a:pt x="38100" y="238506"/>
                  </a:moveTo>
                  <a:lnTo>
                    <a:pt x="38100" y="4737354"/>
                  </a:lnTo>
                  <a:lnTo>
                    <a:pt x="19050" y="4737354"/>
                  </a:lnTo>
                  <a:lnTo>
                    <a:pt x="38100" y="4737354"/>
                  </a:lnTo>
                  <a:cubicBezTo>
                    <a:pt x="38100" y="4847971"/>
                    <a:pt x="127762" y="4937760"/>
                    <a:pt x="238506" y="4937760"/>
                  </a:cubicBezTo>
                  <a:lnTo>
                    <a:pt x="4737354" y="4937760"/>
                  </a:lnTo>
                  <a:cubicBezTo>
                    <a:pt x="4847971" y="4937760"/>
                    <a:pt x="4937760" y="4848098"/>
                    <a:pt x="4937760" y="4737354"/>
                  </a:cubicBezTo>
                  <a:lnTo>
                    <a:pt x="4937760" y="238506"/>
                  </a:lnTo>
                  <a:cubicBezTo>
                    <a:pt x="4937760" y="127762"/>
                    <a:pt x="4848098" y="38100"/>
                    <a:pt x="4737354" y="38100"/>
                  </a:cubicBezTo>
                  <a:lnTo>
                    <a:pt x="238506" y="38100"/>
                  </a:lnTo>
                  <a:lnTo>
                    <a:pt x="238506" y="19050"/>
                  </a:lnTo>
                  <a:lnTo>
                    <a:pt x="238506" y="38100"/>
                  </a:lnTo>
                  <a:cubicBezTo>
                    <a:pt x="127762" y="38100"/>
                    <a:pt x="38100" y="127762"/>
                    <a:pt x="38100" y="238506"/>
                  </a:cubicBezTo>
                  <a:close/>
                </a:path>
              </a:pathLst>
            </a:custGeom>
            <a:solidFill>
              <a:srgbClr val="8A75E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698480" y="1714500"/>
            <a:ext cx="2880360" cy="960120"/>
            <a:chOff x="0" y="0"/>
            <a:chExt cx="3840480" cy="12801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40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3840480" cy="1365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698480" y="2674620"/>
            <a:ext cx="2880360" cy="822960"/>
            <a:chOff x="0" y="0"/>
            <a:chExt cx="384048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40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38404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IA com personas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698480" y="3497580"/>
            <a:ext cx="2880360" cy="1371600"/>
            <a:chOff x="0" y="0"/>
            <a:chExt cx="3840480" cy="1828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840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96" t="0" r="-11096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384048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spc="-10">
                  <a:solidFill>
                    <a:srgbClr val="DDD4F7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Escolha entre diferentes estilos de conversa: acolhedor, motivacional, racional ou criativo.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250352" y="1357312"/>
            <a:ext cx="3731895" cy="3731895"/>
            <a:chOff x="0" y="0"/>
            <a:chExt cx="4975860" cy="49758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9050" y="19050"/>
              <a:ext cx="4937760" cy="4937760"/>
            </a:xfrm>
            <a:custGeom>
              <a:avLst/>
              <a:gdLst/>
              <a:ahLst/>
              <a:cxnLst/>
              <a:rect r="r" b="b" t="t" l="l"/>
              <a:pathLst>
                <a:path h="4937760" w="493776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718304" y="0"/>
                  </a:lnTo>
                  <a:cubicBezTo>
                    <a:pt x="4839462" y="0"/>
                    <a:pt x="4937760" y="98298"/>
                    <a:pt x="4937760" y="219456"/>
                  </a:cubicBezTo>
                  <a:lnTo>
                    <a:pt x="4937760" y="4718304"/>
                  </a:lnTo>
                  <a:cubicBezTo>
                    <a:pt x="4937760" y="4839462"/>
                    <a:pt x="4839462" y="4937760"/>
                    <a:pt x="4718304" y="4937760"/>
                  </a:cubicBezTo>
                  <a:lnTo>
                    <a:pt x="219456" y="4937760"/>
                  </a:lnTo>
                  <a:cubicBezTo>
                    <a:pt x="98298" y="4937760"/>
                    <a:pt x="0" y="4839462"/>
                    <a:pt x="0" y="4718304"/>
                  </a:cubicBezTo>
                  <a:close/>
                </a:path>
              </a:pathLst>
            </a:custGeom>
            <a:solidFill>
              <a:srgbClr val="3B238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75860" cy="4975860"/>
            </a:xfrm>
            <a:custGeom>
              <a:avLst/>
              <a:gdLst/>
              <a:ahLst/>
              <a:cxnLst/>
              <a:rect r="r" b="b" t="t" l="l"/>
              <a:pathLst>
                <a:path h="4975860" w="4975860">
                  <a:moveTo>
                    <a:pt x="0" y="238506"/>
                  </a:moveTo>
                  <a:cubicBezTo>
                    <a:pt x="0" y="106807"/>
                    <a:pt x="106807" y="0"/>
                    <a:pt x="238506" y="0"/>
                  </a:cubicBezTo>
                  <a:lnTo>
                    <a:pt x="4737354" y="0"/>
                  </a:lnTo>
                  <a:lnTo>
                    <a:pt x="4737354" y="19050"/>
                  </a:lnTo>
                  <a:lnTo>
                    <a:pt x="4737354" y="0"/>
                  </a:lnTo>
                  <a:cubicBezTo>
                    <a:pt x="4869053" y="0"/>
                    <a:pt x="4975860" y="106807"/>
                    <a:pt x="4975860" y="238506"/>
                  </a:cubicBezTo>
                  <a:lnTo>
                    <a:pt x="4956810" y="238506"/>
                  </a:lnTo>
                  <a:lnTo>
                    <a:pt x="4975860" y="238506"/>
                  </a:lnTo>
                  <a:lnTo>
                    <a:pt x="4975860" y="4737354"/>
                  </a:lnTo>
                  <a:lnTo>
                    <a:pt x="4956810" y="4737354"/>
                  </a:lnTo>
                  <a:lnTo>
                    <a:pt x="4975860" y="4737354"/>
                  </a:lnTo>
                  <a:cubicBezTo>
                    <a:pt x="4975860" y="4869053"/>
                    <a:pt x="4869053" y="4975860"/>
                    <a:pt x="4737354" y="4975860"/>
                  </a:cubicBezTo>
                  <a:lnTo>
                    <a:pt x="4737354" y="4956810"/>
                  </a:lnTo>
                  <a:lnTo>
                    <a:pt x="4737354" y="4975860"/>
                  </a:lnTo>
                  <a:lnTo>
                    <a:pt x="238506" y="4975860"/>
                  </a:lnTo>
                  <a:lnTo>
                    <a:pt x="238506" y="4956810"/>
                  </a:lnTo>
                  <a:lnTo>
                    <a:pt x="238506" y="4975860"/>
                  </a:lnTo>
                  <a:cubicBezTo>
                    <a:pt x="106807" y="4975860"/>
                    <a:pt x="0" y="4869053"/>
                    <a:pt x="0" y="4737354"/>
                  </a:cubicBezTo>
                  <a:lnTo>
                    <a:pt x="0" y="238506"/>
                  </a:lnTo>
                  <a:lnTo>
                    <a:pt x="19050" y="238506"/>
                  </a:lnTo>
                  <a:lnTo>
                    <a:pt x="0" y="238506"/>
                  </a:lnTo>
                  <a:moveTo>
                    <a:pt x="38100" y="238506"/>
                  </a:moveTo>
                  <a:lnTo>
                    <a:pt x="38100" y="4737354"/>
                  </a:lnTo>
                  <a:lnTo>
                    <a:pt x="19050" y="4737354"/>
                  </a:lnTo>
                  <a:lnTo>
                    <a:pt x="38100" y="4737354"/>
                  </a:lnTo>
                  <a:cubicBezTo>
                    <a:pt x="38100" y="4847971"/>
                    <a:pt x="127762" y="4937760"/>
                    <a:pt x="238506" y="4937760"/>
                  </a:cubicBezTo>
                  <a:lnTo>
                    <a:pt x="4737354" y="4937760"/>
                  </a:lnTo>
                  <a:cubicBezTo>
                    <a:pt x="4847971" y="4937760"/>
                    <a:pt x="4937760" y="4848098"/>
                    <a:pt x="4937760" y="4737354"/>
                  </a:cubicBezTo>
                  <a:lnTo>
                    <a:pt x="4937760" y="238506"/>
                  </a:lnTo>
                  <a:cubicBezTo>
                    <a:pt x="4937760" y="127762"/>
                    <a:pt x="4848098" y="38100"/>
                    <a:pt x="4737354" y="38100"/>
                  </a:cubicBezTo>
                  <a:lnTo>
                    <a:pt x="238506" y="38100"/>
                  </a:lnTo>
                  <a:lnTo>
                    <a:pt x="238506" y="19050"/>
                  </a:lnTo>
                  <a:lnTo>
                    <a:pt x="238506" y="38100"/>
                  </a:lnTo>
                  <a:cubicBezTo>
                    <a:pt x="127762" y="38100"/>
                    <a:pt x="38100" y="127762"/>
                    <a:pt x="38100" y="238506"/>
                  </a:cubicBezTo>
                  <a:close/>
                </a:path>
              </a:pathLst>
            </a:custGeom>
            <a:solidFill>
              <a:srgbClr val="8A75E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676120" y="1714500"/>
            <a:ext cx="2880360" cy="960120"/>
            <a:chOff x="0" y="0"/>
            <a:chExt cx="3840480" cy="1280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840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3840480" cy="1365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676120" y="2674620"/>
            <a:ext cx="2880360" cy="822960"/>
            <a:chOff x="0" y="0"/>
            <a:chExt cx="384048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840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38404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Detecção de burnout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676120" y="3497580"/>
            <a:ext cx="2880360" cy="1371600"/>
            <a:chOff x="0" y="0"/>
            <a:chExt cx="3840480" cy="1828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840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96" t="0" r="-11096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84048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spc="-10">
                  <a:solidFill>
                    <a:srgbClr val="DDD4F7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Algoritmo identifica sinais precoces e sugere pausas antes do esgotamento.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230561" y="5368136"/>
            <a:ext cx="3731895" cy="3731895"/>
            <a:chOff x="0" y="0"/>
            <a:chExt cx="4975860" cy="49758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9050" y="19050"/>
              <a:ext cx="4937760" cy="4937760"/>
            </a:xfrm>
            <a:custGeom>
              <a:avLst/>
              <a:gdLst/>
              <a:ahLst/>
              <a:cxnLst/>
              <a:rect r="r" b="b" t="t" l="l"/>
              <a:pathLst>
                <a:path h="4937760" w="493776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718304" y="0"/>
                  </a:lnTo>
                  <a:cubicBezTo>
                    <a:pt x="4839462" y="0"/>
                    <a:pt x="4937760" y="98298"/>
                    <a:pt x="4937760" y="219456"/>
                  </a:cubicBezTo>
                  <a:lnTo>
                    <a:pt x="4937760" y="4718304"/>
                  </a:lnTo>
                  <a:cubicBezTo>
                    <a:pt x="4937760" y="4839462"/>
                    <a:pt x="4839462" y="4937760"/>
                    <a:pt x="4718304" y="4937760"/>
                  </a:cubicBezTo>
                  <a:lnTo>
                    <a:pt x="219456" y="4937760"/>
                  </a:lnTo>
                  <a:cubicBezTo>
                    <a:pt x="98298" y="4937760"/>
                    <a:pt x="0" y="4839462"/>
                    <a:pt x="0" y="4718304"/>
                  </a:cubicBezTo>
                  <a:close/>
                </a:path>
              </a:pathLst>
            </a:custGeom>
            <a:solidFill>
              <a:srgbClr val="3B238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975860" cy="4975860"/>
            </a:xfrm>
            <a:custGeom>
              <a:avLst/>
              <a:gdLst/>
              <a:ahLst/>
              <a:cxnLst/>
              <a:rect r="r" b="b" t="t" l="l"/>
              <a:pathLst>
                <a:path h="4975860" w="4975860">
                  <a:moveTo>
                    <a:pt x="0" y="238506"/>
                  </a:moveTo>
                  <a:cubicBezTo>
                    <a:pt x="0" y="106807"/>
                    <a:pt x="106807" y="0"/>
                    <a:pt x="238506" y="0"/>
                  </a:cubicBezTo>
                  <a:lnTo>
                    <a:pt x="4737354" y="0"/>
                  </a:lnTo>
                  <a:lnTo>
                    <a:pt x="4737354" y="19050"/>
                  </a:lnTo>
                  <a:lnTo>
                    <a:pt x="4737354" y="0"/>
                  </a:lnTo>
                  <a:cubicBezTo>
                    <a:pt x="4869053" y="0"/>
                    <a:pt x="4975860" y="106807"/>
                    <a:pt x="4975860" y="238506"/>
                  </a:cubicBezTo>
                  <a:lnTo>
                    <a:pt x="4956810" y="238506"/>
                  </a:lnTo>
                  <a:lnTo>
                    <a:pt x="4975860" y="238506"/>
                  </a:lnTo>
                  <a:lnTo>
                    <a:pt x="4975860" y="4737354"/>
                  </a:lnTo>
                  <a:lnTo>
                    <a:pt x="4956810" y="4737354"/>
                  </a:lnTo>
                  <a:lnTo>
                    <a:pt x="4975860" y="4737354"/>
                  </a:lnTo>
                  <a:cubicBezTo>
                    <a:pt x="4975860" y="4869053"/>
                    <a:pt x="4869053" y="4975860"/>
                    <a:pt x="4737354" y="4975860"/>
                  </a:cubicBezTo>
                  <a:lnTo>
                    <a:pt x="4737354" y="4956810"/>
                  </a:lnTo>
                  <a:lnTo>
                    <a:pt x="4737354" y="4975860"/>
                  </a:lnTo>
                  <a:lnTo>
                    <a:pt x="238506" y="4975860"/>
                  </a:lnTo>
                  <a:lnTo>
                    <a:pt x="238506" y="4956810"/>
                  </a:lnTo>
                  <a:lnTo>
                    <a:pt x="238506" y="4975860"/>
                  </a:lnTo>
                  <a:cubicBezTo>
                    <a:pt x="106807" y="4975860"/>
                    <a:pt x="0" y="4869053"/>
                    <a:pt x="0" y="4737354"/>
                  </a:cubicBezTo>
                  <a:lnTo>
                    <a:pt x="0" y="238506"/>
                  </a:lnTo>
                  <a:lnTo>
                    <a:pt x="19050" y="238506"/>
                  </a:lnTo>
                  <a:lnTo>
                    <a:pt x="0" y="238506"/>
                  </a:lnTo>
                  <a:moveTo>
                    <a:pt x="38100" y="238506"/>
                  </a:moveTo>
                  <a:lnTo>
                    <a:pt x="38100" y="4737354"/>
                  </a:lnTo>
                  <a:lnTo>
                    <a:pt x="19050" y="4737354"/>
                  </a:lnTo>
                  <a:lnTo>
                    <a:pt x="38100" y="4737354"/>
                  </a:lnTo>
                  <a:cubicBezTo>
                    <a:pt x="38100" y="4847971"/>
                    <a:pt x="127762" y="4937760"/>
                    <a:pt x="238506" y="4937760"/>
                  </a:cubicBezTo>
                  <a:lnTo>
                    <a:pt x="4737354" y="4937760"/>
                  </a:lnTo>
                  <a:cubicBezTo>
                    <a:pt x="4847971" y="4937760"/>
                    <a:pt x="4937760" y="4848098"/>
                    <a:pt x="4937760" y="4737354"/>
                  </a:cubicBezTo>
                  <a:lnTo>
                    <a:pt x="4937760" y="238506"/>
                  </a:lnTo>
                  <a:cubicBezTo>
                    <a:pt x="4937760" y="127762"/>
                    <a:pt x="4848098" y="38100"/>
                    <a:pt x="4737354" y="38100"/>
                  </a:cubicBezTo>
                  <a:lnTo>
                    <a:pt x="238506" y="38100"/>
                  </a:lnTo>
                  <a:lnTo>
                    <a:pt x="238506" y="19050"/>
                  </a:lnTo>
                  <a:lnTo>
                    <a:pt x="238506" y="38100"/>
                  </a:lnTo>
                  <a:cubicBezTo>
                    <a:pt x="127762" y="38100"/>
                    <a:pt x="38100" y="127762"/>
                    <a:pt x="38100" y="238506"/>
                  </a:cubicBezTo>
                  <a:close/>
                </a:path>
              </a:pathLst>
            </a:custGeom>
            <a:solidFill>
              <a:srgbClr val="8A75E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656328" y="5725324"/>
            <a:ext cx="2880360" cy="960120"/>
            <a:chOff x="0" y="0"/>
            <a:chExt cx="3840480" cy="12801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840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85725"/>
              <a:ext cx="3840480" cy="1365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656328" y="6685444"/>
            <a:ext cx="2880360" cy="822960"/>
            <a:chOff x="0" y="0"/>
            <a:chExt cx="3840480" cy="1097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840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38404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Privacidade radical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656328" y="7508404"/>
            <a:ext cx="2880360" cy="1371600"/>
            <a:chOff x="0" y="0"/>
            <a:chExt cx="3840480" cy="1828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840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96" t="0" r="-11096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384048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spc="-10">
                  <a:solidFill>
                    <a:srgbClr val="DDD4F7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Criptografia ponta a ponta. Nem nossa equipe lê seu diário.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6915943" y="9601200"/>
            <a:ext cx="822960" cy="411480"/>
            <a:chOff x="0" y="0"/>
            <a:chExt cx="1097280" cy="5486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09728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DDD4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DAHIpGzgddw</dc:identifier>
  <dcterms:modified xsi:type="dcterms:W3CDTF">2011-08-01T06:04:30Z</dcterms:modified>
  <cp:revision>1</cp:revision>
  <dc:title>MindLog_Apresentacao.pptx</dc:title>
</cp:coreProperties>
</file>